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4_0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308" r:id="rId5"/>
    <p:sldId id="312" r:id="rId6"/>
    <p:sldId id="279" r:id="rId7"/>
    <p:sldId id="297" r:id="rId8"/>
    <p:sldId id="260" r:id="rId9"/>
    <p:sldId id="285" r:id="rId10"/>
    <p:sldId id="298" r:id="rId11"/>
    <p:sldId id="307" r:id="rId12"/>
    <p:sldId id="305" r:id="rId13"/>
    <p:sldId id="306" r:id="rId14"/>
    <p:sldId id="287" r:id="rId15"/>
    <p:sldId id="309" r:id="rId16"/>
    <p:sldId id="299" r:id="rId17"/>
    <p:sldId id="286" r:id="rId18"/>
    <p:sldId id="259" r:id="rId19"/>
    <p:sldId id="261" r:id="rId20"/>
  </p:sldIdLst>
  <p:sldSz cx="18288000" cy="10287000"/>
  <p:notesSz cx="6858000" cy="9144000"/>
  <p:embeddedFontLst>
    <p:embeddedFont>
      <p:font typeface="Cambria Math" panose="02040503050406030204" pitchFamily="18" charset="0"/>
      <p:regular r:id="rId22"/>
    </p:embeddedFont>
    <p:embeddedFont>
      <p:font typeface="Lato" panose="020B0604020202020204" charset="0"/>
      <p:regular r:id="rId23"/>
      <p:bold r:id="rId24"/>
      <p:italic r:id="rId25"/>
      <p:boldItalic r:id="rId26"/>
    </p:embeddedFont>
    <p:embeddedFont>
      <p:font typeface="Lato Bold Italics" panose="020B0604020202020204" charset="0"/>
      <p:regular r:id="rId27"/>
    </p:embeddedFont>
    <p:embeddedFont>
      <p:font typeface="Montserrat" panose="020B0604020202020204" charset="0"/>
      <p:regular r:id="rId28"/>
      <p:bold r:id="rId29"/>
      <p:italic r:id="rId30"/>
      <p:boldItalic r:id="rId31"/>
    </p:embeddedFont>
    <p:embeddedFont>
      <p:font typeface="Montserrat Bold" panose="020B0604020202020204" charset="0"/>
      <p:regular r:id="rId32"/>
      <p:bold r:id="rId33"/>
    </p:embeddedFont>
    <p:embeddedFont>
      <p:font typeface="Montserrat Ultra-Bold" panose="020B0604020202020204" charset="0"/>
      <p:regular r:id="rId34"/>
    </p:embeddedFont>
    <p:embeddedFont>
      <p:font typeface="Noto Sans" panose="020B060402020202020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7C2D59A-B337-4310-B622-6F217ADF45C5}">
          <p14:sldIdLst>
            <p14:sldId id="256"/>
            <p14:sldId id="257"/>
            <p14:sldId id="258"/>
            <p14:sldId id="308"/>
            <p14:sldId id="312"/>
            <p14:sldId id="279"/>
            <p14:sldId id="297"/>
            <p14:sldId id="260"/>
            <p14:sldId id="285"/>
            <p14:sldId id="298"/>
            <p14:sldId id="307"/>
            <p14:sldId id="305"/>
            <p14:sldId id="306"/>
            <p14:sldId id="287"/>
            <p14:sldId id="309"/>
            <p14:sldId id="299"/>
            <p14:sldId id="286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582667-6102-27E7-ED8E-01A166EB4B6B}" name="Guest User" initials="GU" userId="Guest User" providerId="Windows Live"/>
  <p188:author id="{3A371FC4-5F35-2B83-A2A7-11FA8A764CC8}" name="João Vítor Correia Pessoa" initials="JC" userId="78ef02c7a44822d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  <a:srgbClr val="0F1507"/>
    <a:srgbClr val="293B2F"/>
    <a:srgbClr val="017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05135-B233-175D-9E2D-349C4E69735D}" v="149" dt="2025-09-29T00:58:22.970"/>
    <p1510:client id="{EA6B20C9-0F62-4AE9-B372-4B9A70068026}" v="1035" dt="2025-09-29T00:39:07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7805135-B233-175D-9E2D-349C4E69735D}"/>
    <pc:docChg chg="mod modSld sldOrd">
      <pc:chgData name="Guest User" userId="" providerId="Windows Live" clId="Web-{D7805135-B233-175D-9E2D-349C4E69735D}" dt="2025-09-29T00:58:22.970" v="84"/>
      <pc:docMkLst>
        <pc:docMk/>
      </pc:docMkLst>
      <pc:sldChg chg="modSp ord">
        <pc:chgData name="Guest User" userId="" providerId="Windows Live" clId="Web-{D7805135-B233-175D-9E2D-349C4E69735D}" dt="2025-09-29T00:56:58.843" v="41" actId="20577"/>
        <pc:sldMkLst>
          <pc:docMk/>
          <pc:sldMk cId="4068464201" sldId="279"/>
        </pc:sldMkLst>
        <pc:spChg chg="mod">
          <ac:chgData name="Guest User" userId="" providerId="Windows Live" clId="Web-{D7805135-B233-175D-9E2D-349C4E69735D}" dt="2025-09-29T00:56:58.843" v="41" actId="20577"/>
          <ac:spMkLst>
            <pc:docMk/>
            <pc:sldMk cId="4068464201" sldId="279"/>
            <ac:spMk id="26" creationId="{B27390A2-7E07-3667-15DA-960E95916301}"/>
          </ac:spMkLst>
        </pc:spChg>
      </pc:sldChg>
      <pc:sldChg chg="ord">
        <pc:chgData name="Guest User" userId="" providerId="Windows Live" clId="Web-{D7805135-B233-175D-9E2D-349C4E69735D}" dt="2025-09-29T00:55:20.092" v="31"/>
        <pc:sldMkLst>
          <pc:docMk/>
          <pc:sldMk cId="3275180583" sldId="297"/>
        </pc:sldMkLst>
      </pc:sldChg>
      <pc:sldChg chg="modSp">
        <pc:chgData name="Guest User" userId="" providerId="Windows Live" clId="Web-{D7805135-B233-175D-9E2D-349C4E69735D}" dt="2025-09-29T00:57:52.923" v="72" actId="20577"/>
        <pc:sldMkLst>
          <pc:docMk/>
          <pc:sldMk cId="2285911482" sldId="298"/>
        </pc:sldMkLst>
        <pc:spChg chg="mod">
          <ac:chgData name="Guest User" userId="" providerId="Windows Live" clId="Web-{D7805135-B233-175D-9E2D-349C4E69735D}" dt="2025-09-29T00:57:49.516" v="68" actId="20577"/>
          <ac:spMkLst>
            <pc:docMk/>
            <pc:sldMk cId="2285911482" sldId="298"/>
            <ac:spMk id="21" creationId="{D7C6349F-D757-ED21-A4CD-CF287166FF97}"/>
          </ac:spMkLst>
        </pc:spChg>
        <pc:spChg chg="mod">
          <ac:chgData name="Guest User" userId="" providerId="Windows Live" clId="Web-{D7805135-B233-175D-9E2D-349C4E69735D}" dt="2025-09-29T00:57:52.923" v="72" actId="20577"/>
          <ac:spMkLst>
            <pc:docMk/>
            <pc:sldMk cId="2285911482" sldId="298"/>
            <ac:spMk id="35" creationId="{6F44C3C2-E720-9686-1236-A21EF31683AA}"/>
          </ac:spMkLst>
        </pc:spChg>
      </pc:sldChg>
      <pc:sldChg chg="mod modShow">
        <pc:chgData name="Guest User" userId="" providerId="Windows Live" clId="Web-{D7805135-B233-175D-9E2D-349C4E69735D}" dt="2025-09-29T00:58:22.970" v="84"/>
        <pc:sldMkLst>
          <pc:docMk/>
          <pc:sldMk cId="2168448925" sldId="306"/>
        </pc:sldMkLst>
      </pc:sldChg>
      <pc:sldChg chg="modSp">
        <pc:chgData name="Guest User" userId="" providerId="Windows Live" clId="Web-{D7805135-B233-175D-9E2D-349C4E69735D}" dt="2025-09-29T00:58:03.970" v="83" actId="20577"/>
        <pc:sldMkLst>
          <pc:docMk/>
          <pc:sldMk cId="3942796911" sldId="307"/>
        </pc:sldMkLst>
        <pc:spChg chg="mod">
          <ac:chgData name="Guest User" userId="" providerId="Windows Live" clId="Web-{D7805135-B233-175D-9E2D-349C4E69735D}" dt="2025-09-29T00:57:58.954" v="77" actId="20577"/>
          <ac:spMkLst>
            <pc:docMk/>
            <pc:sldMk cId="3942796911" sldId="307"/>
            <ac:spMk id="21" creationId="{B593255B-0DDE-90CB-699E-6953834C303E}"/>
          </ac:spMkLst>
        </pc:spChg>
        <pc:spChg chg="mod">
          <ac:chgData name="Guest User" userId="" providerId="Windows Live" clId="Web-{D7805135-B233-175D-9E2D-349C4E69735D}" dt="2025-09-29T00:58:03.970" v="83" actId="20577"/>
          <ac:spMkLst>
            <pc:docMk/>
            <pc:sldMk cId="3942796911" sldId="307"/>
            <ac:spMk id="35" creationId="{D03C3431-0736-4B17-06F0-BF789ECC0D58}"/>
          </ac:spMkLst>
        </pc:spChg>
      </pc:sldChg>
      <pc:sldChg chg="modSp">
        <pc:chgData name="Guest User" userId="" providerId="Windows Live" clId="Web-{D7805135-B233-175D-9E2D-349C4E69735D}" dt="2025-09-29T00:54:56.795" v="29" actId="20577"/>
        <pc:sldMkLst>
          <pc:docMk/>
          <pc:sldMk cId="2508297808" sldId="312"/>
        </pc:sldMkLst>
        <pc:spChg chg="mod">
          <ac:chgData name="Guest User" userId="" providerId="Windows Live" clId="Web-{D7805135-B233-175D-9E2D-349C4E69735D}" dt="2025-09-29T00:54:38.638" v="7" actId="20577"/>
          <ac:spMkLst>
            <pc:docMk/>
            <pc:sldMk cId="2508297808" sldId="312"/>
            <ac:spMk id="6" creationId="{10E09AA5-CBF0-0C8B-FFB2-2B6AE790EAD5}"/>
          </ac:spMkLst>
        </pc:spChg>
        <pc:spChg chg="mod">
          <ac:chgData name="Guest User" userId="" providerId="Windows Live" clId="Web-{D7805135-B233-175D-9E2D-349C4E69735D}" dt="2025-09-29T00:54:56.795" v="29" actId="20577"/>
          <ac:spMkLst>
            <pc:docMk/>
            <pc:sldMk cId="2508297808" sldId="312"/>
            <ac:spMk id="33" creationId="{9229A561-8C04-E405-E4E3-5BA71A962A12}"/>
          </ac:spMkLst>
        </pc:spChg>
      </pc:sldChg>
    </pc:docChg>
  </pc:docChgLst>
  <pc:docChgLst>
    <pc:chgData name="João Vítor Correia Pessoa" userId="78ef02c7a44822d0" providerId="LiveId" clId="{724A7069-697A-4F53-9E38-5599A9652072}"/>
    <pc:docChg chg="undo custSel addSld delSld modSld sldOrd delSection modSection">
      <pc:chgData name="João Vítor Correia Pessoa" userId="78ef02c7a44822d0" providerId="LiveId" clId="{724A7069-697A-4F53-9E38-5599A9652072}" dt="2025-09-29T00:39:43.010" v="6691" actId="47"/>
      <pc:docMkLst>
        <pc:docMk/>
      </pc:docMkLst>
      <pc:sldChg chg="addSp delSp modSp mod ord modTransition setBg">
        <pc:chgData name="João Vítor Correia Pessoa" userId="78ef02c7a44822d0" providerId="LiveId" clId="{724A7069-697A-4F53-9E38-5599A9652072}" dt="2025-09-28T23:45:51.029" v="6117" actId="21"/>
        <pc:sldMkLst>
          <pc:docMk/>
          <pc:sldMk cId="0" sldId="256"/>
        </pc:sldMkLst>
        <pc:spChg chg="mod">
          <ac:chgData name="João Vítor Correia Pessoa" userId="78ef02c7a44822d0" providerId="LiveId" clId="{724A7069-697A-4F53-9E38-5599A9652072}" dt="2025-09-14T14:06:26.247" v="37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14:06:22.407" v="37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13:19:02.895" v="114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13:19:02.895" v="114" actId="207"/>
          <ac:spMkLst>
            <pc:docMk/>
            <pc:sldMk cId="0" sldId="256"/>
            <ac:spMk id="6" creationId="{00000000-0000-0000-0000-000000000000}"/>
          </ac:spMkLst>
        </pc:spChg>
        <pc:picChg chg="add del mod">
          <ac:chgData name="João Vítor Correia Pessoa" userId="78ef02c7a44822d0" providerId="LiveId" clId="{724A7069-697A-4F53-9E38-5599A9652072}" dt="2025-09-28T23:45:51.029" v="6117" actId="21"/>
          <ac:picMkLst>
            <pc:docMk/>
            <pc:sldMk cId="0" sldId="256"/>
            <ac:picMk id="1026" creationId="{7915013E-09C5-3F49-11E0-DF82AEBB5BE8}"/>
          </ac:picMkLst>
        </pc:picChg>
      </pc:sldChg>
      <pc:sldChg chg="addSp delSp modSp mod modTransition">
        <pc:chgData name="João Vítor Correia Pessoa" userId="78ef02c7a44822d0" providerId="LiveId" clId="{724A7069-697A-4F53-9E38-5599A9652072}" dt="2025-09-29T00:22:32.948" v="6393" actId="14100"/>
        <pc:sldMkLst>
          <pc:docMk/>
          <pc:sldMk cId="0" sldId="257"/>
        </pc:sldMkLst>
        <pc:spChg chg="mod">
          <ac:chgData name="João Vítor Correia Pessoa" userId="78ef02c7a44822d0" providerId="LiveId" clId="{724A7069-697A-4F53-9E38-5599A9652072}" dt="2025-09-14T21:20:24.135" v="4623" actId="113"/>
          <ac:spMkLst>
            <pc:docMk/>
            <pc:sldMk cId="0" sldId="257"/>
            <ac:spMk id="6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29T00:22:00.939" v="6388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29T00:21:58.830" v="6387" actId="20577"/>
          <ac:spMkLst>
            <pc:docMk/>
            <pc:sldMk cId="0" sldId="257"/>
            <ac:spMk id="8" creationId="{00000000-0000-0000-0000-000000000000}"/>
          </ac:spMkLst>
        </pc:spChg>
        <pc:spChg chg="add mod">
          <ac:chgData name="João Vítor Correia Pessoa" userId="78ef02c7a44822d0" providerId="LiveId" clId="{724A7069-697A-4F53-9E38-5599A9652072}" dt="2025-09-29T00:18:45.600" v="6352" actId="20577"/>
          <ac:spMkLst>
            <pc:docMk/>
            <pc:sldMk cId="0" sldId="257"/>
            <ac:spMk id="10" creationId="{4B46F1E1-80CD-30AD-E106-43D3EAF9659A}"/>
          </ac:spMkLst>
        </pc:spChg>
        <pc:spChg chg="mod">
          <ac:chgData name="João Vítor Correia Pessoa" userId="78ef02c7a44822d0" providerId="LiveId" clId="{724A7069-697A-4F53-9E38-5599A9652072}" dt="2025-09-14T20:29:36.347" v="435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0:29:36.347" v="435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0:29:36.347" v="4353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0:29:36.347" v="435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0:29:36.347" v="4353" actId="1076"/>
          <ac:spMkLst>
            <pc:docMk/>
            <pc:sldMk cId="0" sldId="257"/>
            <ac:spMk id="16" creationId="{00000000-0000-0000-0000-000000000000}"/>
          </ac:spMkLst>
        </pc:spChg>
        <pc:spChg chg="add mod">
          <ac:chgData name="João Vítor Correia Pessoa" userId="78ef02c7a44822d0" providerId="LiveId" clId="{724A7069-697A-4F53-9E38-5599A9652072}" dt="2025-09-29T00:18:56.826" v="6354" actId="1076"/>
          <ac:spMkLst>
            <pc:docMk/>
            <pc:sldMk cId="0" sldId="257"/>
            <ac:spMk id="17" creationId="{0BA25540-A534-214C-BFE1-66F36A745DE6}"/>
          </ac:spMkLst>
        </pc:spChg>
        <pc:spChg chg="mod">
          <ac:chgData name="João Vítor Correia Pessoa" userId="78ef02c7a44822d0" providerId="LiveId" clId="{724A7069-697A-4F53-9E38-5599A9652072}" dt="2025-09-29T00:19:02.862" v="63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0:31:26.858" v="4364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29T00:21:51.240" v="6384" actId="21"/>
          <ac:spMkLst>
            <pc:docMk/>
            <pc:sldMk cId="0" sldId="257"/>
            <ac:spMk id="24" creationId="{79BFCAAD-9687-51C6-9B51-28B567C959C5}"/>
          </ac:spMkLst>
        </pc:spChg>
        <pc:grpChg chg="mod">
          <ac:chgData name="João Vítor Correia Pessoa" userId="78ef02c7a44822d0" providerId="LiveId" clId="{724A7069-697A-4F53-9E38-5599A9652072}" dt="2025-09-29T00:22:32.948" v="6393" actId="14100"/>
          <ac:grpSpMkLst>
            <pc:docMk/>
            <pc:sldMk cId="0" sldId="257"/>
            <ac:grpSpMk id="2" creationId="{00000000-0000-0000-0000-000000000000}"/>
          </ac:grpSpMkLst>
        </pc:grpChg>
        <pc:grpChg chg="add del mod">
          <ac:chgData name="João Vítor Correia Pessoa" userId="78ef02c7a44822d0" providerId="LiveId" clId="{724A7069-697A-4F53-9E38-5599A9652072}" dt="2025-09-29T00:16:26.918" v="6323" actId="21"/>
          <ac:grpSpMkLst>
            <pc:docMk/>
            <pc:sldMk cId="0" sldId="257"/>
            <ac:grpSpMk id="60" creationId="{00AD298A-5DC0-AB82-C3FA-FAAC3E910C6B}"/>
          </ac:grpSpMkLst>
        </pc:grpChg>
        <pc:picChg chg="add mod">
          <ac:chgData name="João Vítor Correia Pessoa" userId="78ef02c7a44822d0" providerId="LiveId" clId="{724A7069-697A-4F53-9E38-5599A9652072}" dt="2025-09-28T23:49:11.540" v="6133" actId="1076"/>
          <ac:picMkLst>
            <pc:docMk/>
            <pc:sldMk cId="0" sldId="257"/>
            <ac:picMk id="9" creationId="{DF781ABB-7850-CD29-A2C3-C5DD8E9C2F30}"/>
          </ac:picMkLst>
        </pc:picChg>
        <pc:picChg chg="add mod">
          <ac:chgData name="João Vítor Correia Pessoa" userId="78ef02c7a44822d0" providerId="LiveId" clId="{724A7069-697A-4F53-9E38-5599A9652072}" dt="2025-09-28T23:52:08.564" v="6137" actId="14100"/>
          <ac:picMkLst>
            <pc:docMk/>
            <pc:sldMk cId="0" sldId="257"/>
            <ac:picMk id="1026" creationId="{7915013E-09C5-3F49-11E0-DF82AEBB5BE8}"/>
          </ac:picMkLst>
        </pc:picChg>
      </pc:sldChg>
      <pc:sldChg chg="addSp delSp modSp mod modTransition">
        <pc:chgData name="João Vítor Correia Pessoa" userId="78ef02c7a44822d0" providerId="LiveId" clId="{724A7069-697A-4F53-9E38-5599A9652072}" dt="2025-09-29T00:17:09.289" v="6342" actId="1076"/>
        <pc:sldMkLst>
          <pc:docMk/>
          <pc:sldMk cId="0" sldId="258"/>
        </pc:sldMkLst>
        <pc:spChg chg="mod">
          <ac:chgData name="João Vítor Correia Pessoa" userId="78ef02c7a44822d0" providerId="LiveId" clId="{724A7069-697A-4F53-9E38-5599A9652072}" dt="2025-09-14T21:02:58.723" v="4543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ão Vítor Correia Pessoa" userId="78ef02c7a44822d0" providerId="LiveId" clId="{724A7069-697A-4F53-9E38-5599A9652072}" dt="2025-09-14T22:58:21.774" v="5664" actId="20577"/>
          <ac:spMkLst>
            <pc:docMk/>
            <pc:sldMk cId="0" sldId="258"/>
            <ac:spMk id="7" creationId="{0CDD7166-2079-180D-E1D0-4F9DB9BB6C9A}"/>
          </ac:spMkLst>
        </pc:spChg>
        <pc:spChg chg="mod">
          <ac:chgData name="João Vítor Correia Pessoa" userId="78ef02c7a44822d0" providerId="LiveId" clId="{724A7069-697A-4F53-9E38-5599A9652072}" dt="2025-09-14T22:58:29.266" v="5666"/>
          <ac:spMkLst>
            <pc:docMk/>
            <pc:sldMk cId="0" sldId="258"/>
            <ac:spMk id="8" creationId="{15D00A74-FE63-2CA5-B910-E5D139E3FC3A}"/>
          </ac:spMkLst>
        </pc:spChg>
        <pc:spChg chg="mod">
          <ac:chgData name="João Vítor Correia Pessoa" userId="78ef02c7a44822d0" providerId="LiveId" clId="{724A7069-697A-4F53-9E38-5599A9652072}" dt="2025-09-14T22:58:34.868" v="5668"/>
          <ac:spMkLst>
            <pc:docMk/>
            <pc:sldMk cId="0" sldId="258"/>
            <ac:spMk id="9" creationId="{0261CCC6-9004-8A08-D4C9-63800B9B7739}"/>
          </ac:spMkLst>
        </pc:spChg>
        <pc:spChg chg="mod">
          <ac:chgData name="João Vítor Correia Pessoa" userId="78ef02c7a44822d0" providerId="LiveId" clId="{724A7069-697A-4F53-9E38-5599A9652072}" dt="2025-09-14T22:59:37.453" v="5686" actId="20577"/>
          <ac:spMkLst>
            <pc:docMk/>
            <pc:sldMk cId="0" sldId="258"/>
            <ac:spMk id="10" creationId="{24C261DA-E953-3C77-BA88-373D9B35E72A}"/>
          </ac:spMkLst>
        </pc:spChg>
        <pc:spChg chg="mod">
          <ac:chgData name="João Vítor Correia Pessoa" userId="78ef02c7a44822d0" providerId="LiveId" clId="{724A7069-697A-4F53-9E38-5599A9652072}" dt="2025-09-14T22:59:44.274" v="5688"/>
          <ac:spMkLst>
            <pc:docMk/>
            <pc:sldMk cId="0" sldId="258"/>
            <ac:spMk id="11" creationId="{174903CB-A5DF-4B77-A0FE-3FBCC760779F}"/>
          </ac:spMkLst>
        </pc:spChg>
        <pc:spChg chg="mod">
          <ac:chgData name="João Vítor Correia Pessoa" userId="78ef02c7a44822d0" providerId="LiveId" clId="{724A7069-697A-4F53-9E38-5599A9652072}" dt="2025-09-14T23:00:08.618" v="5694"/>
          <ac:spMkLst>
            <pc:docMk/>
            <pc:sldMk cId="0" sldId="258"/>
            <ac:spMk id="12" creationId="{B2DFC83E-81C6-6E99-7673-04C7779BAC73}"/>
          </ac:spMkLst>
        </pc:spChg>
        <pc:spChg chg="add mod">
          <ac:chgData name="João Vítor Correia Pessoa" userId="78ef02c7a44822d0" providerId="LiveId" clId="{724A7069-697A-4F53-9E38-5599A9652072}" dt="2025-09-14T23:00:20.440" v="5696"/>
          <ac:spMkLst>
            <pc:docMk/>
            <pc:sldMk cId="0" sldId="258"/>
            <ac:spMk id="13" creationId="{E32BA8D6-124A-2ED1-653A-E1E7021ED5BC}"/>
          </ac:spMkLst>
        </pc:spChg>
        <pc:spChg chg="mod">
          <ac:chgData name="João Vítor Correia Pessoa" userId="78ef02c7a44822d0" providerId="LiveId" clId="{724A7069-697A-4F53-9E38-5599A9652072}" dt="2025-09-14T23:01:12.780" v="5720" actId="20577"/>
          <ac:spMkLst>
            <pc:docMk/>
            <pc:sldMk cId="0" sldId="258"/>
            <ac:spMk id="14" creationId="{69FC6432-4893-1953-C21F-7085716A119A}"/>
          </ac:spMkLst>
        </pc:spChg>
        <pc:spChg chg="mod">
          <ac:chgData name="João Vítor Correia Pessoa" userId="78ef02c7a44822d0" providerId="LiveId" clId="{724A7069-697A-4F53-9E38-5599A9652072}" dt="2025-09-14T23:00:49.579" v="5703"/>
          <ac:spMkLst>
            <pc:docMk/>
            <pc:sldMk cId="0" sldId="258"/>
            <ac:spMk id="15" creationId="{3A5D0159-5B87-30EB-9C98-4549CFE9FBAA}"/>
          </ac:spMkLst>
        </pc:spChg>
        <pc:spChg chg="mod">
          <ac:chgData name="João Vítor Correia Pessoa" userId="78ef02c7a44822d0" providerId="LiveId" clId="{724A7069-697A-4F53-9E38-5599A9652072}" dt="2025-09-14T23:00:56.225" v="5705"/>
          <ac:spMkLst>
            <pc:docMk/>
            <pc:sldMk cId="0" sldId="258"/>
            <ac:spMk id="16" creationId="{34EDD154-B5AD-AB3C-5193-294127AE1751}"/>
          </ac:spMkLst>
        </pc:spChg>
        <pc:spChg chg="add mod">
          <ac:chgData name="João Vítor Correia Pessoa" userId="78ef02c7a44822d0" providerId="LiveId" clId="{724A7069-697A-4F53-9E38-5599A9652072}" dt="2025-09-14T23:01:02.295" v="5707"/>
          <ac:spMkLst>
            <pc:docMk/>
            <pc:sldMk cId="0" sldId="258"/>
            <ac:spMk id="17" creationId="{012440E6-31F9-F1CE-BD61-B6CF4DFEF395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22" creationId="{1CCC0121-CF92-746D-F130-4006A542C8F6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23" creationId="{DFADD2CD-CC41-5E35-DDE1-A00723AFB601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25" creationId="{6006136F-9437-EA49-2471-F288DAAF5B42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26" creationId="{35702FF0-AD5A-43D3-F2D5-B55F88E4324C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32" creationId="{28F7E1F5-E76D-A88B-8934-2A267C394C93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36" creationId="{903FEE81-F096-E701-A851-90F5650A3002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43" creationId="{1276F1AC-3922-8AA5-9B10-E026365A5612}"/>
          </ac:spMkLst>
        </pc:spChg>
        <pc:spChg chg="mod">
          <ac:chgData name="João Vítor Correia Pessoa" userId="78ef02c7a44822d0" providerId="LiveId" clId="{724A7069-697A-4F53-9E38-5599A9652072}" dt="2025-09-14T22:58:07.867" v="5643"/>
          <ac:spMkLst>
            <pc:docMk/>
            <pc:sldMk cId="0" sldId="258"/>
            <ac:spMk id="46" creationId="{A8B16393-B527-0EC6-FF34-836448750638}"/>
          </ac:spMkLst>
        </pc:spChg>
        <pc:spChg chg="add mod">
          <ac:chgData name="João Vítor Correia Pessoa" userId="78ef02c7a44822d0" providerId="LiveId" clId="{724A7069-697A-4F53-9E38-5599A9652072}" dt="2025-09-14T22:59:13.657" v="5674" actId="1076"/>
          <ac:spMkLst>
            <pc:docMk/>
            <pc:sldMk cId="0" sldId="258"/>
            <ac:spMk id="48" creationId="{5271567E-4A34-BA64-2BF7-E93D65DE69B6}"/>
          </ac:spMkLst>
        </pc:spChg>
        <pc:spChg chg="mod">
          <ac:chgData name="João Vítor Correia Pessoa" userId="78ef02c7a44822d0" providerId="LiveId" clId="{724A7069-697A-4F53-9E38-5599A9652072}" dt="2025-09-14T22:58:43.705" v="5670"/>
          <ac:spMkLst>
            <pc:docMk/>
            <pc:sldMk cId="0" sldId="258"/>
            <ac:spMk id="51" creationId="{C2D059BB-6108-92FA-7B97-ACBD20CDB06B}"/>
          </ac:spMkLst>
        </pc:spChg>
        <pc:spChg chg="mod">
          <ac:chgData name="João Vítor Correia Pessoa" userId="78ef02c7a44822d0" providerId="LiveId" clId="{724A7069-697A-4F53-9E38-5599A9652072}" dt="2025-09-14T22:58:43.705" v="5670"/>
          <ac:spMkLst>
            <pc:docMk/>
            <pc:sldMk cId="0" sldId="258"/>
            <ac:spMk id="52" creationId="{8AFEA989-FA52-71E8-8921-C7D2BE41DC8D}"/>
          </ac:spMkLst>
        </pc:spChg>
        <pc:spChg chg="add mod">
          <ac:chgData name="João Vítor Correia Pessoa" userId="78ef02c7a44822d0" providerId="LiveId" clId="{724A7069-697A-4F53-9E38-5599A9652072}" dt="2025-09-14T23:00:00.787" v="5692"/>
          <ac:spMkLst>
            <pc:docMk/>
            <pc:sldMk cId="0" sldId="258"/>
            <ac:spMk id="53" creationId="{E41A7F76-9F5D-3EB7-FBEB-3AACF2A7FC90}"/>
          </ac:spMkLst>
        </pc:spChg>
        <pc:spChg chg="add mod">
          <ac:chgData name="João Vítor Correia Pessoa" userId="78ef02c7a44822d0" providerId="LiveId" clId="{724A7069-697A-4F53-9E38-5599A9652072}" dt="2025-09-14T23:00:38.806" v="5701"/>
          <ac:spMkLst>
            <pc:docMk/>
            <pc:sldMk cId="0" sldId="258"/>
            <ac:spMk id="54" creationId="{0B6DBAD8-2A43-FE28-BE98-F6C0C86240B2}"/>
          </ac:spMkLst>
        </pc:spChg>
        <pc:spChg chg="mod">
          <ac:chgData name="João Vítor Correia Pessoa" userId="78ef02c7a44822d0" providerId="LiveId" clId="{724A7069-697A-4F53-9E38-5599A9652072}" dt="2025-09-14T23:00:28.248" v="5698"/>
          <ac:spMkLst>
            <pc:docMk/>
            <pc:sldMk cId="0" sldId="258"/>
            <ac:spMk id="56" creationId="{B19B142A-501F-490D-A182-3C4BA711C8BA}"/>
          </ac:spMkLst>
        </pc:spChg>
        <pc:spChg chg="mod">
          <ac:chgData name="João Vítor Correia Pessoa" userId="78ef02c7a44822d0" providerId="LiveId" clId="{724A7069-697A-4F53-9E38-5599A9652072}" dt="2025-09-14T23:00:28.248" v="5698"/>
          <ac:spMkLst>
            <pc:docMk/>
            <pc:sldMk cId="0" sldId="258"/>
            <ac:spMk id="57" creationId="{4241009D-7C23-688F-4481-B9825F139E98}"/>
          </ac:spMkLst>
        </pc:spChg>
        <pc:grpChg chg="mod">
          <ac:chgData name="João Vítor Correia Pessoa" userId="78ef02c7a44822d0" providerId="LiveId" clId="{724A7069-697A-4F53-9E38-5599A9652072}" dt="2025-09-14T22:58:40.955" v="5669" actId="1076"/>
          <ac:grpSpMkLst>
            <pc:docMk/>
            <pc:sldMk cId="0" sldId="258"/>
            <ac:grpSpMk id="24" creationId="{369BC7F6-EC32-6F2F-BD2F-37F87D779D93}"/>
          </ac:grpSpMkLst>
        </pc:grpChg>
        <pc:grpChg chg="mod">
          <ac:chgData name="João Vítor Correia Pessoa" userId="78ef02c7a44822d0" providerId="LiveId" clId="{724A7069-697A-4F53-9E38-5599A9652072}" dt="2025-09-14T22:58:40.955" v="5669" actId="1076"/>
          <ac:grpSpMkLst>
            <pc:docMk/>
            <pc:sldMk cId="0" sldId="258"/>
            <ac:grpSpMk id="27" creationId="{309AD0BA-7BE6-1E82-5ECD-B92996A1561B}"/>
          </ac:grpSpMkLst>
        </pc:grpChg>
        <pc:grpChg chg="mod">
          <ac:chgData name="João Vítor Correia Pessoa" userId="78ef02c7a44822d0" providerId="LiveId" clId="{724A7069-697A-4F53-9E38-5599A9652072}" dt="2025-09-14T23:00:24.423" v="5697" actId="1076"/>
          <ac:grpSpMkLst>
            <pc:docMk/>
            <pc:sldMk cId="0" sldId="258"/>
            <ac:grpSpMk id="39" creationId="{137B7E08-30BC-4F62-42BF-40B265404BC2}"/>
          </ac:grpSpMkLst>
        </pc:grpChg>
        <pc:grpChg chg="mod">
          <ac:chgData name="João Vítor Correia Pessoa" userId="78ef02c7a44822d0" providerId="LiveId" clId="{724A7069-697A-4F53-9E38-5599A9652072}" dt="2025-09-14T23:00:24.423" v="5697" actId="1076"/>
          <ac:grpSpMkLst>
            <pc:docMk/>
            <pc:sldMk cId="0" sldId="258"/>
            <ac:grpSpMk id="42" creationId="{6C566783-6C86-D3E1-1211-F5F2F77DBBA1}"/>
          </ac:grpSpMkLst>
        </pc:grpChg>
        <pc:grpChg chg="mod">
          <ac:chgData name="João Vítor Correia Pessoa" userId="78ef02c7a44822d0" providerId="LiveId" clId="{724A7069-697A-4F53-9E38-5599A9652072}" dt="2025-09-14T23:00:24.423" v="5697" actId="1076"/>
          <ac:grpSpMkLst>
            <pc:docMk/>
            <pc:sldMk cId="0" sldId="258"/>
            <ac:grpSpMk id="45" creationId="{1745A47E-6F43-1B7F-32F3-DE61488FFA76}"/>
          </ac:grpSpMkLst>
        </pc:grpChg>
        <pc:grpChg chg="add mod">
          <ac:chgData name="João Vítor Correia Pessoa" userId="78ef02c7a44822d0" providerId="LiveId" clId="{724A7069-697A-4F53-9E38-5599A9652072}" dt="2025-09-14T22:59:13.657" v="5674" actId="1076"/>
          <ac:grpSpMkLst>
            <pc:docMk/>
            <pc:sldMk cId="0" sldId="258"/>
            <ac:grpSpMk id="50" creationId="{2E268F5E-8355-21CE-C8ED-FDA3D837FAA7}"/>
          </ac:grpSpMkLst>
        </pc:grpChg>
        <pc:grpChg chg="add mod">
          <ac:chgData name="João Vítor Correia Pessoa" userId="78ef02c7a44822d0" providerId="LiveId" clId="{724A7069-697A-4F53-9E38-5599A9652072}" dt="2025-09-14T23:00:31.122" v="5699" actId="1076"/>
          <ac:grpSpMkLst>
            <pc:docMk/>
            <pc:sldMk cId="0" sldId="258"/>
            <ac:grpSpMk id="55" creationId="{E5C7D1AC-6E01-4CD2-AACD-8C4157D5DC9B}"/>
          </ac:grpSpMkLst>
        </pc:grpChg>
        <pc:picChg chg="add mod">
          <ac:chgData name="João Vítor Correia Pessoa" userId="78ef02c7a44822d0" providerId="LiveId" clId="{724A7069-697A-4F53-9E38-5599A9652072}" dt="2025-09-28T23:52:15.686" v="6138"/>
          <ac:picMkLst>
            <pc:docMk/>
            <pc:sldMk cId="0" sldId="258"/>
            <ac:picMk id="2" creationId="{0CC078CD-5AF8-E4F8-51B6-5FFCFF1DF557}"/>
          </ac:picMkLst>
        </pc:picChg>
        <pc:picChg chg="add mod">
          <ac:chgData name="João Vítor Correia Pessoa" userId="78ef02c7a44822d0" providerId="LiveId" clId="{724A7069-697A-4F53-9E38-5599A9652072}" dt="2025-09-28T23:52:15.686" v="6138"/>
          <ac:picMkLst>
            <pc:docMk/>
            <pc:sldMk cId="0" sldId="258"/>
            <ac:picMk id="5" creationId="{9B44C71E-3662-6947-13E7-14DCD1D5A434}"/>
          </ac:picMkLst>
        </pc:picChg>
        <pc:picChg chg="add del mod">
          <ac:chgData name="João Vítor Correia Pessoa" userId="78ef02c7a44822d0" providerId="LiveId" clId="{724A7069-697A-4F53-9E38-5599A9652072}" dt="2025-09-28T23:44:46.363" v="6114" actId="478"/>
          <ac:picMkLst>
            <pc:docMk/>
            <pc:sldMk cId="0" sldId="258"/>
            <ac:picMk id="5122" creationId="{DD38B7B4-2923-0581-B738-F09A03490318}"/>
          </ac:picMkLst>
        </pc:picChg>
        <pc:picChg chg="add del mod">
          <ac:chgData name="João Vítor Correia Pessoa" userId="78ef02c7a44822d0" providerId="LiveId" clId="{724A7069-697A-4F53-9E38-5599A9652072}" dt="2025-09-29T00:00:30.372" v="6218" actId="478"/>
          <ac:picMkLst>
            <pc:docMk/>
            <pc:sldMk cId="0" sldId="258"/>
            <ac:picMk id="13314" creationId="{38517E2E-89D9-1559-9A26-EB1D4589B6F2}"/>
          </ac:picMkLst>
        </pc:picChg>
        <pc:picChg chg="add del mod">
          <ac:chgData name="João Vítor Correia Pessoa" userId="78ef02c7a44822d0" providerId="LiveId" clId="{724A7069-697A-4F53-9E38-5599A9652072}" dt="2025-09-29T00:06:52.432" v="6240" actId="478"/>
          <ac:picMkLst>
            <pc:docMk/>
            <pc:sldMk cId="0" sldId="258"/>
            <ac:picMk id="13316" creationId="{FEF7ADBB-C308-9107-E9C4-8081F19F3F0B}"/>
          </ac:picMkLst>
        </pc:picChg>
        <pc:picChg chg="add mod">
          <ac:chgData name="João Vítor Correia Pessoa" userId="78ef02c7a44822d0" providerId="LiveId" clId="{724A7069-697A-4F53-9E38-5599A9652072}" dt="2025-09-29T00:17:09.289" v="6342" actId="1076"/>
          <ac:picMkLst>
            <pc:docMk/>
            <pc:sldMk cId="0" sldId="258"/>
            <ac:picMk id="13318" creationId="{51079312-D390-549F-85BB-0577E7A2B84B}"/>
          </ac:picMkLst>
        </pc:picChg>
        <pc:cxnChg chg="add del mod">
          <ac:chgData name="João Vítor Correia Pessoa" userId="78ef02c7a44822d0" providerId="LiveId" clId="{724A7069-697A-4F53-9E38-5599A9652072}" dt="2025-09-29T00:06:52.432" v="6240" actId="478"/>
          <ac:cxnSpMkLst>
            <pc:docMk/>
            <pc:sldMk cId="0" sldId="258"/>
            <ac:cxnSpMk id="33" creationId="{457B0ED4-9FB6-9A13-F400-78F2F1077AAB}"/>
          </ac:cxnSpMkLst>
        </pc:cxnChg>
      </pc:sldChg>
      <pc:sldChg chg="add del">
        <pc:chgData name="João Vítor Correia Pessoa" userId="78ef02c7a44822d0" providerId="LiveId" clId="{724A7069-697A-4F53-9E38-5599A9652072}" dt="2025-09-14T20:26:31.025" v="4271" actId="2696"/>
        <pc:sldMkLst>
          <pc:docMk/>
          <pc:sldMk cId="0" sldId="259"/>
        </pc:sldMkLst>
      </pc:sldChg>
      <pc:sldChg chg="add">
        <pc:chgData name="João Vítor Correia Pessoa" userId="78ef02c7a44822d0" providerId="LiveId" clId="{724A7069-697A-4F53-9E38-5599A9652072}" dt="2025-09-14T21:21:15.715" v="4629"/>
        <pc:sldMkLst>
          <pc:docMk/>
          <pc:sldMk cId="1873143395" sldId="259"/>
        </pc:sldMkLst>
      </pc:sldChg>
      <pc:sldChg chg="delSp modSp add del mod ord modShow">
        <pc:chgData name="João Vítor Correia Pessoa" userId="78ef02c7a44822d0" providerId="LiveId" clId="{724A7069-697A-4F53-9E38-5599A9652072}" dt="2025-09-14T21:21:00.018" v="4626" actId="2696"/>
        <pc:sldMkLst>
          <pc:docMk/>
          <pc:sldMk cId="3330332601" sldId="259"/>
        </pc:sldMkLst>
      </pc:sldChg>
      <pc:sldChg chg="add del">
        <pc:chgData name="João Vítor Correia Pessoa" userId="78ef02c7a44822d0" providerId="LiveId" clId="{724A7069-697A-4F53-9E38-5599A9652072}" dt="2025-09-14T21:21:05.553" v="4628"/>
        <pc:sldMkLst>
          <pc:docMk/>
          <pc:sldMk cId="3966042609" sldId="259"/>
        </pc:sldMkLst>
      </pc:sldChg>
      <pc:sldChg chg="addSp delSp modSp mod modTransition">
        <pc:chgData name="João Vítor Correia Pessoa" userId="78ef02c7a44822d0" providerId="LiveId" clId="{724A7069-697A-4F53-9E38-5599A9652072}" dt="2025-09-29T00:39:29.296" v="6684" actId="20577"/>
        <pc:sldMkLst>
          <pc:docMk/>
          <pc:sldMk cId="0" sldId="260"/>
        </pc:sldMkLst>
        <pc:spChg chg="mod">
          <ac:chgData name="João Vítor Correia Pessoa" userId="78ef02c7a44822d0" providerId="LiveId" clId="{724A7069-697A-4F53-9E38-5599A9652072}" dt="2025-09-29T00:39:29.296" v="6684" actId="20577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João Vítor Correia Pessoa" userId="78ef02c7a44822d0" providerId="LiveId" clId="{724A7069-697A-4F53-9E38-5599A9652072}" dt="2025-09-14T23:53:15.159" v="6109" actId="1076"/>
          <ac:spMkLst>
            <pc:docMk/>
            <pc:sldMk cId="0" sldId="260"/>
            <ac:spMk id="6" creationId="{C6A04C37-D430-0E41-074D-8AE4D44C201F}"/>
          </ac:spMkLst>
        </pc:spChg>
        <pc:spChg chg="mod">
          <ac:chgData name="João Vítor Correia Pessoa" userId="78ef02c7a44822d0" providerId="LiveId" clId="{724A7069-697A-4F53-9E38-5599A9652072}" dt="2025-09-14T21:15:01.877" v="4571"/>
          <ac:spMkLst>
            <pc:docMk/>
            <pc:sldMk cId="0" sldId="260"/>
            <ac:spMk id="26" creationId="{00000000-0000-0000-0000-000000000000}"/>
          </ac:spMkLst>
        </pc:spChg>
        <pc:picChg chg="add mod">
          <ac:chgData name="João Vítor Correia Pessoa" userId="78ef02c7a44822d0" providerId="LiveId" clId="{724A7069-697A-4F53-9E38-5599A9652072}" dt="2025-09-28T23:52:17.054" v="6139"/>
          <ac:picMkLst>
            <pc:docMk/>
            <pc:sldMk cId="0" sldId="260"/>
            <ac:picMk id="2" creationId="{D2EBB93D-1056-658D-2B20-32940F7C0563}"/>
          </ac:picMkLst>
        </pc:picChg>
        <pc:picChg chg="add mod">
          <ac:chgData name="João Vítor Correia Pessoa" userId="78ef02c7a44822d0" providerId="LiveId" clId="{724A7069-697A-4F53-9E38-5599A9652072}" dt="2025-09-28T23:52:17.054" v="6139"/>
          <ac:picMkLst>
            <pc:docMk/>
            <pc:sldMk cId="0" sldId="260"/>
            <ac:picMk id="4" creationId="{FCA28EE3-27AC-7E7D-4124-22643CF4C9A6}"/>
          </ac:picMkLst>
        </pc:picChg>
      </pc:sldChg>
      <pc:sldChg chg="add del">
        <pc:chgData name="João Vítor Correia Pessoa" userId="78ef02c7a44822d0" providerId="LiveId" clId="{724A7069-697A-4F53-9E38-5599A9652072}" dt="2025-09-14T20:26:31.025" v="4271" actId="2696"/>
        <pc:sldMkLst>
          <pc:docMk/>
          <pc:sldMk cId="0" sldId="261"/>
        </pc:sldMkLst>
      </pc:sldChg>
      <pc:sldChg chg="add">
        <pc:chgData name="João Vítor Correia Pessoa" userId="78ef02c7a44822d0" providerId="LiveId" clId="{724A7069-697A-4F53-9E38-5599A9652072}" dt="2025-09-14T21:21:15.715" v="4629"/>
        <pc:sldMkLst>
          <pc:docMk/>
          <pc:sldMk cId="211087330" sldId="261"/>
        </pc:sldMkLst>
      </pc:sldChg>
      <pc:sldChg chg="addSp delSp modSp add del mod ord modShow">
        <pc:chgData name="João Vítor Correia Pessoa" userId="78ef02c7a44822d0" providerId="LiveId" clId="{724A7069-697A-4F53-9E38-5599A9652072}" dt="2025-09-14T21:21:00.018" v="4626" actId="2696"/>
        <pc:sldMkLst>
          <pc:docMk/>
          <pc:sldMk cId="1229963478" sldId="261"/>
        </pc:sldMkLst>
      </pc:sldChg>
      <pc:sldChg chg="add del">
        <pc:chgData name="João Vítor Correia Pessoa" userId="78ef02c7a44822d0" providerId="LiveId" clId="{724A7069-697A-4F53-9E38-5599A9652072}" dt="2025-09-14T21:21:05.553" v="4628"/>
        <pc:sldMkLst>
          <pc:docMk/>
          <pc:sldMk cId="3646492016" sldId="261"/>
        </pc:sldMkLst>
      </pc:sldChg>
      <pc:sldChg chg="add del">
        <pc:chgData name="João Vítor Correia Pessoa" userId="78ef02c7a44822d0" providerId="LiveId" clId="{724A7069-697A-4F53-9E38-5599A9652072}" dt="2025-09-14T18:23:40.798" v="2437" actId="2696"/>
        <pc:sldMkLst>
          <pc:docMk/>
          <pc:sldMk cId="0" sldId="262"/>
        </pc:sldMkLst>
      </pc:sldChg>
      <pc:sldChg chg="modSp add del mod">
        <pc:chgData name="João Vítor Correia Pessoa" userId="78ef02c7a44822d0" providerId="LiveId" clId="{724A7069-697A-4F53-9E38-5599A9652072}" dt="2025-09-14T18:55:32.110" v="3405" actId="47"/>
        <pc:sldMkLst>
          <pc:docMk/>
          <pc:sldMk cId="3717290872" sldId="262"/>
        </pc:sldMkLst>
      </pc:sldChg>
      <pc:sldChg chg="add del">
        <pc:chgData name="João Vítor Correia Pessoa" userId="78ef02c7a44822d0" providerId="LiveId" clId="{724A7069-697A-4F53-9E38-5599A9652072}" dt="2025-09-14T20:08:16.520" v="4169" actId="2696"/>
        <pc:sldMkLst>
          <pc:docMk/>
          <pc:sldMk cId="0" sldId="263"/>
        </pc:sldMkLst>
      </pc:sldChg>
      <pc:sldChg chg="delSp modSp add del mod">
        <pc:chgData name="João Vítor Correia Pessoa" userId="78ef02c7a44822d0" providerId="LiveId" clId="{724A7069-697A-4F53-9E38-5599A9652072}" dt="2025-09-14T20:11:05.229" v="4215" actId="47"/>
        <pc:sldMkLst>
          <pc:docMk/>
          <pc:sldMk cId="3971586865" sldId="263"/>
        </pc:sldMkLst>
      </pc:sldChg>
      <pc:sldChg chg="add del">
        <pc:chgData name="João Vítor Correia Pessoa" userId="78ef02c7a44822d0" providerId="LiveId" clId="{724A7069-697A-4F53-9E38-5599A9652072}" dt="2025-09-14T20:08:16.520" v="4169" actId="2696"/>
        <pc:sldMkLst>
          <pc:docMk/>
          <pc:sldMk cId="0" sldId="264"/>
        </pc:sldMkLst>
      </pc:sldChg>
      <pc:sldChg chg="addSp delSp modSp add del mod">
        <pc:chgData name="João Vítor Correia Pessoa" userId="78ef02c7a44822d0" providerId="LiveId" clId="{724A7069-697A-4F53-9E38-5599A9652072}" dt="2025-09-14T21:18:05.274" v="4592" actId="2696"/>
        <pc:sldMkLst>
          <pc:docMk/>
          <pc:sldMk cId="782369906" sldId="264"/>
        </pc:sldMkLst>
      </pc:sldChg>
      <pc:sldChg chg="add del">
        <pc:chgData name="João Vítor Correia Pessoa" userId="78ef02c7a44822d0" providerId="LiveId" clId="{724A7069-697A-4F53-9E38-5599A9652072}" dt="2025-09-14T21:21:05.553" v="4628"/>
        <pc:sldMkLst>
          <pc:docMk/>
          <pc:sldMk cId="3027848508" sldId="264"/>
        </pc:sldMkLst>
      </pc:sldChg>
      <pc:sldChg chg="add del">
        <pc:chgData name="João Vítor Correia Pessoa" userId="78ef02c7a44822d0" providerId="LiveId" clId="{724A7069-697A-4F53-9E38-5599A9652072}" dt="2025-09-29T00:07:10.297" v="6245" actId="47"/>
        <pc:sldMkLst>
          <pc:docMk/>
          <pc:sldMk cId="3751465318" sldId="264"/>
        </pc:sldMkLst>
      </pc:sldChg>
      <pc:sldChg chg="add del mod modShow">
        <pc:chgData name="João Vítor Correia Pessoa" userId="78ef02c7a44822d0" providerId="LiveId" clId="{724A7069-697A-4F53-9E38-5599A9652072}" dt="2025-09-14T21:21:00.018" v="4626" actId="2696"/>
        <pc:sldMkLst>
          <pc:docMk/>
          <pc:sldMk cId="4022623629" sldId="264"/>
        </pc:sldMkLst>
      </pc:sldChg>
      <pc:sldChg chg="addSp delSp modSp del mod">
        <pc:chgData name="João Vítor Correia Pessoa" userId="78ef02c7a44822d0" providerId="LiveId" clId="{724A7069-697A-4F53-9E38-5599A9652072}" dt="2025-09-14T22:01:44.837" v="4989" actId="47"/>
        <pc:sldMkLst>
          <pc:docMk/>
          <pc:sldMk cId="0" sldId="265"/>
        </pc:sldMkLst>
      </pc:sldChg>
      <pc:sldChg chg="del">
        <pc:chgData name="João Vítor Correia Pessoa" userId="78ef02c7a44822d0" providerId="LiveId" clId="{724A7069-697A-4F53-9E38-5599A9652072}" dt="2025-09-14T19:33:53.229" v="3771" actId="47"/>
        <pc:sldMkLst>
          <pc:docMk/>
          <pc:sldMk cId="2709832927" sldId="266"/>
        </pc:sldMkLst>
      </pc:sldChg>
      <pc:sldChg chg="addSp delSp modSp del mod">
        <pc:chgData name="João Vítor Correia Pessoa" userId="78ef02c7a44822d0" providerId="LiveId" clId="{724A7069-697A-4F53-9E38-5599A9652072}" dt="2025-09-14T22:20:38.555" v="5302" actId="47"/>
        <pc:sldMkLst>
          <pc:docMk/>
          <pc:sldMk cId="1365365162" sldId="267"/>
        </pc:sldMkLst>
      </pc:sldChg>
      <pc:sldChg chg="modSp del mod">
        <pc:chgData name="João Vítor Correia Pessoa" userId="78ef02c7a44822d0" providerId="LiveId" clId="{724A7069-697A-4F53-9E38-5599A9652072}" dt="2025-09-14T22:20:38.555" v="5302" actId="47"/>
        <pc:sldMkLst>
          <pc:docMk/>
          <pc:sldMk cId="2627803878" sldId="268"/>
        </pc:sldMkLst>
      </pc:sldChg>
      <pc:sldChg chg="del">
        <pc:chgData name="João Vítor Correia Pessoa" userId="78ef02c7a44822d0" providerId="LiveId" clId="{724A7069-697A-4F53-9E38-5599A9652072}" dt="2025-09-14T22:20:42.907" v="5303" actId="47"/>
        <pc:sldMkLst>
          <pc:docMk/>
          <pc:sldMk cId="2677913736" sldId="269"/>
        </pc:sldMkLst>
      </pc:sldChg>
      <pc:sldChg chg="del">
        <pc:chgData name="João Vítor Correia Pessoa" userId="78ef02c7a44822d0" providerId="LiveId" clId="{724A7069-697A-4F53-9E38-5599A9652072}" dt="2025-09-14T22:20:44.939" v="5304" actId="47"/>
        <pc:sldMkLst>
          <pc:docMk/>
          <pc:sldMk cId="3609445791" sldId="270"/>
        </pc:sldMkLst>
      </pc:sldChg>
      <pc:sldChg chg="del">
        <pc:chgData name="João Vítor Correia Pessoa" userId="78ef02c7a44822d0" providerId="LiveId" clId="{724A7069-697A-4F53-9E38-5599A9652072}" dt="2025-09-14T22:20:48.711" v="5305" actId="47"/>
        <pc:sldMkLst>
          <pc:docMk/>
          <pc:sldMk cId="3719848433" sldId="271"/>
        </pc:sldMkLst>
      </pc:sldChg>
      <pc:sldChg chg="del">
        <pc:chgData name="João Vítor Correia Pessoa" userId="78ef02c7a44822d0" providerId="LiveId" clId="{724A7069-697A-4F53-9E38-5599A9652072}" dt="2025-09-14T22:20:48.711" v="5305" actId="47"/>
        <pc:sldMkLst>
          <pc:docMk/>
          <pc:sldMk cId="1734331610" sldId="272"/>
        </pc:sldMkLst>
      </pc:sldChg>
      <pc:sldChg chg="modSp del mod">
        <pc:chgData name="João Vítor Correia Pessoa" userId="78ef02c7a44822d0" providerId="LiveId" clId="{724A7069-697A-4F53-9E38-5599A9652072}" dt="2025-09-14T22:20:50.908" v="5306" actId="47"/>
        <pc:sldMkLst>
          <pc:docMk/>
          <pc:sldMk cId="258347852" sldId="273"/>
        </pc:sldMkLst>
      </pc:sldChg>
      <pc:sldChg chg="addSp delSp modSp del mod">
        <pc:chgData name="João Vítor Correia Pessoa" userId="78ef02c7a44822d0" providerId="LiveId" clId="{724A7069-697A-4F53-9E38-5599A9652072}" dt="2025-09-14T22:20:50.908" v="5306" actId="47"/>
        <pc:sldMkLst>
          <pc:docMk/>
          <pc:sldMk cId="2350877259" sldId="274"/>
        </pc:sldMkLst>
      </pc:sldChg>
      <pc:sldChg chg="addSp delSp modSp del mod modTransition">
        <pc:chgData name="João Vítor Correia Pessoa" userId="78ef02c7a44822d0" providerId="LiveId" clId="{724A7069-697A-4F53-9E38-5599A9652072}" dt="2025-09-14T23:07:37.700" v="5734" actId="47"/>
        <pc:sldMkLst>
          <pc:docMk/>
          <pc:sldMk cId="1631942659" sldId="275"/>
        </pc:sldMkLst>
      </pc:sldChg>
      <pc:sldChg chg="delSp modSp del mod modTransition">
        <pc:chgData name="João Vítor Correia Pessoa" userId="78ef02c7a44822d0" providerId="LiveId" clId="{724A7069-697A-4F53-9E38-5599A9652072}" dt="2025-09-14T22:23:35.336" v="5331" actId="47"/>
        <pc:sldMkLst>
          <pc:docMk/>
          <pc:sldMk cId="4197939724" sldId="276"/>
        </pc:sldMkLst>
      </pc:sldChg>
      <pc:sldChg chg="delSp modSp del mod">
        <pc:chgData name="João Vítor Correia Pessoa" userId="78ef02c7a44822d0" providerId="LiveId" clId="{724A7069-697A-4F53-9E38-5599A9652072}" dt="2025-09-14T21:10:52.082" v="4550" actId="47"/>
        <pc:sldMkLst>
          <pc:docMk/>
          <pc:sldMk cId="3449204551" sldId="278"/>
        </pc:sldMkLst>
      </pc:sldChg>
      <pc:sldChg chg="addSp delSp modSp mod modTransition">
        <pc:chgData name="João Vítor Correia Pessoa" userId="78ef02c7a44822d0" providerId="LiveId" clId="{724A7069-697A-4F53-9E38-5599A9652072}" dt="2025-09-29T00:39:33.175" v="6686" actId="20577"/>
        <pc:sldMkLst>
          <pc:docMk/>
          <pc:sldMk cId="4068464201" sldId="279"/>
        </pc:sldMkLst>
        <pc:spChg chg="mod">
          <ac:chgData name="João Vítor Correia Pessoa" userId="78ef02c7a44822d0" providerId="LiveId" clId="{724A7069-697A-4F53-9E38-5599A9652072}" dt="2025-09-29T00:39:33.175" v="6686" actId="20577"/>
          <ac:spMkLst>
            <pc:docMk/>
            <pc:sldMk cId="4068464201" sldId="279"/>
            <ac:spMk id="3" creationId="{15899F3D-EE5D-1DCD-CD84-1D732421DDAF}"/>
          </ac:spMkLst>
        </pc:spChg>
        <pc:spChg chg="add mod">
          <ac:chgData name="João Vítor Correia Pessoa" userId="78ef02c7a44822d0" providerId="LiveId" clId="{724A7069-697A-4F53-9E38-5599A9652072}" dt="2025-09-29T00:17:41.427" v="6345" actId="122"/>
          <ac:spMkLst>
            <pc:docMk/>
            <pc:sldMk cId="4068464201" sldId="279"/>
            <ac:spMk id="4" creationId="{A3EA3E40-88F8-CCA6-5136-62D071E13484}"/>
          </ac:spMkLst>
        </pc:spChg>
        <pc:spChg chg="add mod">
          <ac:chgData name="João Vítor Correia Pessoa" userId="78ef02c7a44822d0" providerId="LiveId" clId="{724A7069-697A-4F53-9E38-5599A9652072}" dt="2025-09-14T22:23:17.744" v="5329" actId="1076"/>
          <ac:spMkLst>
            <pc:docMk/>
            <pc:sldMk cId="4068464201" sldId="279"/>
            <ac:spMk id="11" creationId="{53F4AD36-9227-2E81-948B-AA1F676A722E}"/>
          </ac:spMkLst>
        </pc:spChg>
        <pc:spChg chg="add mod">
          <ac:chgData name="João Vítor Correia Pessoa" userId="78ef02c7a44822d0" providerId="LiveId" clId="{724A7069-697A-4F53-9E38-5599A9652072}" dt="2025-09-14T22:23:15.019" v="5328" actId="1076"/>
          <ac:spMkLst>
            <pc:docMk/>
            <pc:sldMk cId="4068464201" sldId="279"/>
            <ac:spMk id="12" creationId="{736F6234-E077-00D2-D07C-B1E6B880C6D9}"/>
          </ac:spMkLst>
        </pc:spChg>
        <pc:spChg chg="mod">
          <ac:chgData name="João Vítor Correia Pessoa" userId="78ef02c7a44822d0" providerId="LiveId" clId="{724A7069-697A-4F53-9E38-5599A9652072}" dt="2025-09-14T21:58:43.625" v="4920"/>
          <ac:spMkLst>
            <pc:docMk/>
            <pc:sldMk cId="4068464201" sldId="279"/>
            <ac:spMk id="26" creationId="{B27390A2-7E07-3667-15DA-960E95916301}"/>
          </ac:spMkLst>
        </pc:spChg>
        <pc:grpChg chg="add mod">
          <ac:chgData name="João Vítor Correia Pessoa" userId="78ef02c7a44822d0" providerId="LiveId" clId="{724A7069-697A-4F53-9E38-5599A9652072}" dt="2025-09-14T22:22:59.223" v="5326" actId="1076"/>
          <ac:grpSpMkLst>
            <pc:docMk/>
            <pc:sldMk cId="4068464201" sldId="279"/>
            <ac:grpSpMk id="10" creationId="{2DBA0921-57C9-8276-B1E3-48EB7B548CFD}"/>
          </ac:grpSpMkLst>
        </pc:grpChg>
        <pc:picChg chg="add mod">
          <ac:chgData name="João Vítor Correia Pessoa" userId="78ef02c7a44822d0" providerId="LiveId" clId="{724A7069-697A-4F53-9E38-5599A9652072}" dt="2025-09-28T23:52:17.926" v="6140"/>
          <ac:picMkLst>
            <pc:docMk/>
            <pc:sldMk cId="4068464201" sldId="279"/>
            <ac:picMk id="2" creationId="{2B867516-D1C7-9346-C4AE-7219E75EC67C}"/>
          </ac:picMkLst>
        </pc:picChg>
        <pc:picChg chg="mod">
          <ac:chgData name="João Vítor Correia Pessoa" userId="78ef02c7a44822d0" providerId="LiveId" clId="{724A7069-697A-4F53-9E38-5599A9652072}" dt="2025-09-14T22:01:03.558" v="4978"/>
          <ac:picMkLst>
            <pc:docMk/>
            <pc:sldMk cId="4068464201" sldId="279"/>
            <ac:picMk id="5" creationId="{6025EA96-4399-697D-ED19-375470398AC2}"/>
          </ac:picMkLst>
        </pc:picChg>
        <pc:picChg chg="mod">
          <ac:chgData name="João Vítor Correia Pessoa" userId="78ef02c7a44822d0" providerId="LiveId" clId="{724A7069-697A-4F53-9E38-5599A9652072}" dt="2025-09-14T22:01:03.558" v="4978"/>
          <ac:picMkLst>
            <pc:docMk/>
            <pc:sldMk cId="4068464201" sldId="279"/>
            <ac:picMk id="6" creationId="{88C96E65-B683-36A5-C56F-5F9342940E2B}"/>
          </ac:picMkLst>
        </pc:picChg>
        <pc:picChg chg="add mod">
          <ac:chgData name="João Vítor Correia Pessoa" userId="78ef02c7a44822d0" providerId="LiveId" clId="{724A7069-697A-4F53-9E38-5599A9652072}" dt="2025-09-28T23:52:17.926" v="6140"/>
          <ac:picMkLst>
            <pc:docMk/>
            <pc:sldMk cId="4068464201" sldId="279"/>
            <ac:picMk id="7" creationId="{9587D739-E548-F04A-4B72-C767005C80E5}"/>
          </ac:picMkLst>
        </pc:picChg>
      </pc:sldChg>
      <pc:sldChg chg="addSp delSp modSp del mod ord setBg">
        <pc:chgData name="João Vítor Correia Pessoa" userId="78ef02c7a44822d0" providerId="LiveId" clId="{724A7069-697A-4F53-9E38-5599A9652072}" dt="2025-09-14T20:06:34.224" v="4158" actId="47"/>
        <pc:sldMkLst>
          <pc:docMk/>
          <pc:sldMk cId="3557971159" sldId="280"/>
        </pc:sldMkLst>
      </pc:sldChg>
      <pc:sldChg chg="addSp delSp modSp del mod">
        <pc:chgData name="João Vítor Correia Pessoa" userId="78ef02c7a44822d0" providerId="LiveId" clId="{724A7069-697A-4F53-9E38-5599A9652072}" dt="2025-09-14T14:34:10.874" v="1090" actId="47"/>
        <pc:sldMkLst>
          <pc:docMk/>
          <pc:sldMk cId="2548855412" sldId="281"/>
        </pc:sldMkLst>
      </pc:sldChg>
      <pc:sldChg chg="addSp delSp modSp del mod setBg">
        <pc:chgData name="João Vítor Correia Pessoa" userId="78ef02c7a44822d0" providerId="LiveId" clId="{724A7069-697A-4F53-9E38-5599A9652072}" dt="2025-09-14T15:03:55.496" v="1401" actId="47"/>
        <pc:sldMkLst>
          <pc:docMk/>
          <pc:sldMk cId="3167440617" sldId="282"/>
        </pc:sldMkLst>
      </pc:sldChg>
      <pc:sldChg chg="del">
        <pc:chgData name="João Vítor Correia Pessoa" userId="78ef02c7a44822d0" providerId="LiveId" clId="{724A7069-697A-4F53-9E38-5599A9652072}" dt="2025-09-14T18:23:30.829" v="2435" actId="47"/>
        <pc:sldMkLst>
          <pc:docMk/>
          <pc:sldMk cId="2787189496" sldId="283"/>
        </pc:sldMkLst>
      </pc:sldChg>
      <pc:sldChg chg="del">
        <pc:chgData name="João Vítor Correia Pessoa" userId="78ef02c7a44822d0" providerId="LiveId" clId="{724A7069-697A-4F53-9E38-5599A9652072}" dt="2025-09-14T18:23:34.554" v="2436" actId="47"/>
        <pc:sldMkLst>
          <pc:docMk/>
          <pc:sldMk cId="1699355742" sldId="284"/>
        </pc:sldMkLst>
      </pc:sldChg>
      <pc:sldChg chg="addSp delSp modSp mod">
        <pc:chgData name="João Vítor Correia Pessoa" userId="78ef02c7a44822d0" providerId="LiveId" clId="{724A7069-697A-4F53-9E38-5599A9652072}" dt="2025-09-29T00:23:10.355" v="6416" actId="20577"/>
        <pc:sldMkLst>
          <pc:docMk/>
          <pc:sldMk cId="1831676917" sldId="285"/>
        </pc:sldMkLst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2" creationId="{B3DD34A2-CEF1-FBE2-48F2-C5A21B419FCE}"/>
          </ac:spMkLst>
        </pc:spChg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5" creationId="{AAFDF1B4-7BD1-E48E-8719-83E6F9CB9170}"/>
          </ac:spMkLst>
        </pc:spChg>
        <pc:spChg chg="add 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7" creationId="{6CD2FE2A-EBEC-7CEE-5C64-2F23BB583C6E}"/>
          </ac:spMkLst>
        </pc:spChg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8" creationId="{9E8D7301-C1EA-8840-F23E-4C581352135B}"/>
          </ac:spMkLst>
        </pc:spChg>
        <pc:spChg chg="mod">
          <ac:chgData name="João Vítor Correia Pessoa" userId="78ef02c7a44822d0" providerId="LiveId" clId="{724A7069-697A-4F53-9E38-5599A9652072}" dt="2025-09-14T18:32:21.920" v="2562" actId="1076"/>
          <ac:spMkLst>
            <pc:docMk/>
            <pc:sldMk cId="1831676917" sldId="285"/>
            <ac:spMk id="9" creationId="{3F7F39A7-5007-85CA-C537-C2D2281EBFD2}"/>
          </ac:spMkLst>
        </pc:spChg>
        <pc:spChg chg="mod">
          <ac:chgData name="João Vítor Correia Pessoa" userId="78ef02c7a44822d0" providerId="LiveId" clId="{724A7069-697A-4F53-9E38-5599A9652072}" dt="2025-09-14T18:32:19.514" v="2561" actId="1076"/>
          <ac:spMkLst>
            <pc:docMk/>
            <pc:sldMk cId="1831676917" sldId="285"/>
            <ac:spMk id="10" creationId="{4363D993-4344-1388-9D51-DD303EFA3F10}"/>
          </ac:spMkLst>
        </pc:spChg>
        <pc:spChg chg="mod">
          <ac:chgData name="João Vítor Correia Pessoa" userId="78ef02c7a44822d0" providerId="LiveId" clId="{724A7069-697A-4F53-9E38-5599A9652072}" dt="2025-09-14T18:32:32.071" v="2565" actId="1076"/>
          <ac:spMkLst>
            <pc:docMk/>
            <pc:sldMk cId="1831676917" sldId="285"/>
            <ac:spMk id="11" creationId="{B9E87729-726B-E764-23F4-83B5B426F64E}"/>
          </ac:spMkLst>
        </pc:spChg>
        <pc:spChg chg="mod">
          <ac:chgData name="João Vítor Correia Pessoa" userId="78ef02c7a44822d0" providerId="LiveId" clId="{724A7069-697A-4F53-9E38-5599A9652072}" dt="2025-09-14T18:32:39.175" v="2566" actId="1076"/>
          <ac:spMkLst>
            <pc:docMk/>
            <pc:sldMk cId="1831676917" sldId="285"/>
            <ac:spMk id="12" creationId="{B524293B-5716-A6FD-2167-A06BE74E3B0E}"/>
          </ac:spMkLst>
        </pc:spChg>
        <pc:spChg chg="add mod">
          <ac:chgData name="João Vítor Correia Pessoa" userId="78ef02c7a44822d0" providerId="LiveId" clId="{724A7069-697A-4F53-9E38-5599A9652072}" dt="2025-09-14T18:32:54.795" v="2570" actId="1076"/>
          <ac:spMkLst>
            <pc:docMk/>
            <pc:sldMk cId="1831676917" sldId="285"/>
            <ac:spMk id="14" creationId="{4EACA438-83BC-4A40-0BA4-12FA27773459}"/>
          </ac:spMkLst>
        </pc:spChg>
        <pc:spChg chg="add mod ord">
          <ac:chgData name="João Vítor Correia Pessoa" userId="78ef02c7a44822d0" providerId="LiveId" clId="{724A7069-697A-4F53-9E38-5599A9652072}" dt="2025-09-14T18:35:01.001" v="2599" actId="1076"/>
          <ac:spMkLst>
            <pc:docMk/>
            <pc:sldMk cId="1831676917" sldId="285"/>
            <ac:spMk id="15" creationId="{988935C0-5BEF-D078-9F05-70F731C88DC5}"/>
          </ac:spMkLst>
        </pc:spChg>
        <pc:spChg chg="mod ord">
          <ac:chgData name="João Vítor Correia Pessoa" userId="78ef02c7a44822d0" providerId="LiveId" clId="{724A7069-697A-4F53-9E38-5599A9652072}" dt="2025-09-14T18:34:52.058" v="2596" actId="1076"/>
          <ac:spMkLst>
            <pc:docMk/>
            <pc:sldMk cId="1831676917" sldId="285"/>
            <ac:spMk id="16" creationId="{6DF1E650-0B90-ACA9-42D7-4A51C8341A32}"/>
          </ac:spMkLst>
        </pc:spChg>
        <pc:spChg chg="mod">
          <ac:chgData name="João Vítor Correia Pessoa" userId="78ef02c7a44822d0" providerId="LiveId" clId="{724A7069-697A-4F53-9E38-5599A9652072}" dt="2025-09-14T18:26:27.932" v="2500" actId="2711"/>
          <ac:spMkLst>
            <pc:docMk/>
            <pc:sldMk cId="1831676917" sldId="285"/>
            <ac:spMk id="17" creationId="{EFDB1529-F8CF-985E-E0D9-2E891ADE75A8}"/>
          </ac:spMkLst>
        </pc:spChg>
        <pc:spChg chg="add mod ord">
          <ac:chgData name="João Vítor Correia Pessoa" userId="78ef02c7a44822d0" providerId="LiveId" clId="{724A7069-697A-4F53-9E38-5599A9652072}" dt="2025-09-14T18:35:38.771" v="2606" actId="1076"/>
          <ac:spMkLst>
            <pc:docMk/>
            <pc:sldMk cId="1831676917" sldId="285"/>
            <ac:spMk id="19" creationId="{7CA9C16C-65A9-4C5C-4F12-3EECD63A2B5A}"/>
          </ac:spMkLst>
        </pc:spChg>
        <pc:spChg chg="mod ord">
          <ac:chgData name="João Vítor Correia Pessoa" userId="78ef02c7a44822d0" providerId="LiveId" clId="{724A7069-697A-4F53-9E38-5599A9652072}" dt="2025-09-14T18:35:38.771" v="2606" actId="1076"/>
          <ac:spMkLst>
            <pc:docMk/>
            <pc:sldMk cId="1831676917" sldId="285"/>
            <ac:spMk id="20" creationId="{6109C498-02E6-DA70-2FB3-CA8250AD3B13}"/>
          </ac:spMkLst>
        </pc:spChg>
        <pc:spChg chg="mod">
          <ac:chgData name="João Vítor Correia Pessoa" userId="78ef02c7a44822d0" providerId="LiveId" clId="{724A7069-697A-4F53-9E38-5599A9652072}" dt="2025-09-14T21:17:19.641" v="4583"/>
          <ac:spMkLst>
            <pc:docMk/>
            <pc:sldMk cId="1831676917" sldId="285"/>
            <ac:spMk id="21" creationId="{808707F5-01D3-3471-FB8C-5BCD78A29D14}"/>
          </ac:spMkLst>
        </pc:spChg>
        <pc:spChg chg="add mod ord">
          <ac:chgData name="João Vítor Correia Pessoa" userId="78ef02c7a44822d0" providerId="LiveId" clId="{724A7069-697A-4F53-9E38-5599A9652072}" dt="2025-09-14T19:25:03.744" v="3572" actId="1076"/>
          <ac:spMkLst>
            <pc:docMk/>
            <pc:sldMk cId="1831676917" sldId="285"/>
            <ac:spMk id="23" creationId="{5D2E8C0A-0CE9-D7DA-BF5F-3FB6AAEB011D}"/>
          </ac:spMkLst>
        </pc:spChg>
        <pc:spChg chg="mod">
          <ac:chgData name="João Vítor Correia Pessoa" userId="78ef02c7a44822d0" providerId="LiveId" clId="{724A7069-697A-4F53-9E38-5599A9652072}" dt="2025-09-29T00:23:10.355" v="6416" actId="20577"/>
          <ac:spMkLst>
            <pc:docMk/>
            <pc:sldMk cId="1831676917" sldId="285"/>
            <ac:spMk id="24" creationId="{A3553B8D-478B-64BD-6367-D3A9A8D92192}"/>
          </ac:spMkLst>
        </pc:spChg>
        <pc:spChg chg="add mod ord">
          <ac:chgData name="João Vítor Correia Pessoa" userId="78ef02c7a44822d0" providerId="LiveId" clId="{724A7069-697A-4F53-9E38-5599A9652072}" dt="2025-09-14T18:39:15.517" v="2696" actId="20577"/>
          <ac:spMkLst>
            <pc:docMk/>
            <pc:sldMk cId="1831676917" sldId="285"/>
            <ac:spMk id="25" creationId="{51EEFF90-9A6A-B943-C9A6-80B2BC43D8C2}"/>
          </ac:spMkLst>
        </pc:spChg>
        <pc:spChg chg="add mod ord">
          <ac:chgData name="João Vítor Correia Pessoa" userId="78ef02c7a44822d0" providerId="LiveId" clId="{724A7069-697A-4F53-9E38-5599A9652072}" dt="2025-09-14T18:40:48.444" v="2841" actId="20577"/>
          <ac:spMkLst>
            <pc:docMk/>
            <pc:sldMk cId="1831676917" sldId="285"/>
            <ac:spMk id="27" creationId="{6A8C599C-3CE4-EEB8-F1E0-8A2FFB442196}"/>
          </ac:spMkLst>
        </pc:spChg>
        <pc:spChg chg="mod ord">
          <ac:chgData name="João Vítor Correia Pessoa" userId="78ef02c7a44822d0" providerId="LiveId" clId="{724A7069-697A-4F53-9E38-5599A9652072}" dt="2025-09-14T18:40:57.308" v="2862" actId="20577"/>
          <ac:spMkLst>
            <pc:docMk/>
            <pc:sldMk cId="1831676917" sldId="285"/>
            <ac:spMk id="28" creationId="{57CAEC9E-49D8-226E-5932-02E1020AE1E3}"/>
          </ac:spMkLst>
        </pc:spChg>
        <pc:spChg chg="mod or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29" creationId="{2A5557C2-C6FE-75FA-F262-DD2872EFB522}"/>
          </ac:spMkLst>
        </pc:spChg>
        <pc:spChg chg="mod ord">
          <ac:chgData name="João Vítor Correia Pessoa" userId="78ef02c7a44822d0" providerId="LiveId" clId="{724A7069-697A-4F53-9E38-5599A9652072}" dt="2025-09-14T18:41:10.412" v="2880" actId="20577"/>
          <ac:spMkLst>
            <pc:docMk/>
            <pc:sldMk cId="1831676917" sldId="285"/>
            <ac:spMk id="30" creationId="{913376B3-FC77-4373-550F-AB35FAC58272}"/>
          </ac:spMkLst>
        </pc:spChg>
        <pc:spChg chg="mod ord">
          <ac:chgData name="João Vítor Correia Pessoa" userId="78ef02c7a44822d0" providerId="LiveId" clId="{724A7069-697A-4F53-9E38-5599A9652072}" dt="2025-09-14T18:41:17.708" v="2895" actId="20577"/>
          <ac:spMkLst>
            <pc:docMk/>
            <pc:sldMk cId="1831676917" sldId="285"/>
            <ac:spMk id="32" creationId="{5F9888B6-C2BB-8F87-4D51-7CF5B597DFAE}"/>
          </ac:spMkLst>
        </pc:spChg>
        <pc:spChg chg="add mod ord">
          <ac:chgData name="João Vítor Correia Pessoa" userId="78ef02c7a44822d0" providerId="LiveId" clId="{724A7069-697A-4F53-9E38-5599A9652072}" dt="2025-09-14T18:41:23.035" v="2901" actId="20577"/>
          <ac:spMkLst>
            <pc:docMk/>
            <pc:sldMk cId="1831676917" sldId="285"/>
            <ac:spMk id="33" creationId="{B04814C8-835D-F722-14A3-F67D6BB549BF}"/>
          </ac:spMkLst>
        </pc:spChg>
        <pc:spChg chg="mod ord">
          <ac:chgData name="João Vítor Correia Pessoa" userId="78ef02c7a44822d0" providerId="LiveId" clId="{724A7069-697A-4F53-9E38-5599A9652072}" dt="2025-09-14T18:35:22.070" v="2604" actId="1076"/>
          <ac:spMkLst>
            <pc:docMk/>
            <pc:sldMk cId="1831676917" sldId="285"/>
            <ac:spMk id="45" creationId="{FCBB34A6-A286-ED16-E1B7-3ADE7281FB7F}"/>
          </ac:spMkLst>
        </pc:spChg>
        <pc:spChg chg="add mod ord">
          <ac:chgData name="João Vítor Correia Pessoa" userId="78ef02c7a44822d0" providerId="LiveId" clId="{724A7069-697A-4F53-9E38-5599A9652072}" dt="2025-09-14T18:32:43.036" v="2567" actId="207"/>
          <ac:spMkLst>
            <pc:docMk/>
            <pc:sldMk cId="1831676917" sldId="285"/>
            <ac:spMk id="59" creationId="{65880CCF-94BF-403C-EBD1-890CC58868CD}"/>
          </ac:spMkLst>
        </pc:spChg>
        <pc:spChg chg="add mod ord">
          <ac:chgData name="João Vítor Correia Pessoa" userId="78ef02c7a44822d0" providerId="LiveId" clId="{724A7069-697A-4F53-9E38-5599A9652072}" dt="2025-09-14T18:33:25.820" v="2578" actId="167"/>
          <ac:spMkLst>
            <pc:docMk/>
            <pc:sldMk cId="1831676917" sldId="285"/>
            <ac:spMk id="61" creationId="{D83F4BDA-4945-F54F-16EF-8D18145FCF3C}"/>
          </ac:spMkLst>
        </pc:spChg>
        <pc:spChg chg="add mod">
          <ac:chgData name="João Vítor Correia Pessoa" userId="78ef02c7a44822d0" providerId="LiveId" clId="{724A7069-697A-4F53-9E38-5599A9652072}" dt="2025-09-14T18:33:38.585" v="2581" actId="1076"/>
          <ac:spMkLst>
            <pc:docMk/>
            <pc:sldMk cId="1831676917" sldId="285"/>
            <ac:spMk id="62" creationId="{6837D73D-168A-0BC1-41A4-7F1835358A07}"/>
          </ac:spMkLst>
        </pc:spChg>
        <pc:spChg chg="add mod">
          <ac:chgData name="João Vítor Correia Pessoa" userId="78ef02c7a44822d0" providerId="LiveId" clId="{724A7069-697A-4F53-9E38-5599A9652072}" dt="2025-09-14T18:34:20.820" v="2588" actId="1076"/>
          <ac:spMkLst>
            <pc:docMk/>
            <pc:sldMk cId="1831676917" sldId="285"/>
            <ac:spMk id="63" creationId="{4AEEEC16-3150-9052-B256-B2D6A60C519C}"/>
          </ac:spMkLst>
        </pc:spChg>
        <pc:spChg chg="add 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64" creationId="{848BE3EA-CA12-385B-C498-AD1AB6C1732E}"/>
          </ac:spMkLst>
        </pc:spChg>
        <pc:spChg chg="add mod">
          <ac:chgData name="João Vítor Correia Pessoa" userId="78ef02c7a44822d0" providerId="LiveId" clId="{724A7069-697A-4F53-9E38-5599A9652072}" dt="2025-09-14T18:36:25.592" v="2615" actId="1076"/>
          <ac:spMkLst>
            <pc:docMk/>
            <pc:sldMk cId="1831676917" sldId="285"/>
            <ac:spMk id="65" creationId="{A37A1F9C-3664-457A-197B-B8AB3815620F}"/>
          </ac:spMkLst>
        </pc:spChg>
        <pc:spChg chg="add mod">
          <ac:chgData name="João Vítor Correia Pessoa" userId="78ef02c7a44822d0" providerId="LiveId" clId="{724A7069-697A-4F53-9E38-5599A9652072}" dt="2025-09-14T18:39:25.921" v="2704" actId="1076"/>
          <ac:spMkLst>
            <pc:docMk/>
            <pc:sldMk cId="1831676917" sldId="285"/>
            <ac:spMk id="66" creationId="{0E10F940-BEBA-BE52-B9EA-C53B1D6A8811}"/>
          </ac:spMkLst>
        </pc:spChg>
        <pc:spChg chg="add mod">
          <ac:chgData name="João Vítor Correia Pessoa" userId="78ef02c7a44822d0" providerId="LiveId" clId="{724A7069-697A-4F53-9E38-5599A9652072}" dt="2025-09-14T18:37:10.229" v="2623" actId="1076"/>
          <ac:spMkLst>
            <pc:docMk/>
            <pc:sldMk cId="1831676917" sldId="285"/>
            <ac:spMk id="67" creationId="{C01F4474-676E-065B-BF1B-D33FE661EFE9}"/>
          </ac:spMkLst>
        </pc:spChg>
        <pc:spChg chg="mod">
          <ac:chgData name="João Vítor Correia Pessoa" userId="78ef02c7a44822d0" providerId="LiveId" clId="{724A7069-697A-4F53-9E38-5599A9652072}" dt="2025-09-14T18:41:37.579" v="2945" actId="20577"/>
          <ac:spMkLst>
            <pc:docMk/>
            <pc:sldMk cId="1831676917" sldId="285"/>
            <ac:spMk id="73" creationId="{B3AB6045-ED6A-FD76-3164-30EE0F67A3E6}"/>
          </ac:spMkLst>
        </pc:spChg>
        <pc:spChg chg="add 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74" creationId="{A4A55050-EE04-9BA3-4574-74476924EE87}"/>
          </ac:spMkLst>
        </pc:spChg>
        <pc:spChg chg="mod">
          <ac:chgData name="João Vítor Correia Pessoa" userId="78ef02c7a44822d0" providerId="LiveId" clId="{724A7069-697A-4F53-9E38-5599A9652072}" dt="2025-09-14T18:40:01.197" v="2815" actId="20577"/>
          <ac:spMkLst>
            <pc:docMk/>
            <pc:sldMk cId="1831676917" sldId="285"/>
            <ac:spMk id="75" creationId="{E878A56D-DAA1-DCF9-49B7-CAD0FDB68AD7}"/>
          </ac:spMkLst>
        </pc:spChg>
        <pc:spChg chg="add mod">
          <ac:chgData name="João Vítor Correia Pessoa" userId="78ef02c7a44822d0" providerId="LiveId" clId="{724A7069-697A-4F53-9E38-5599A9652072}" dt="2025-09-14T18:38:49.939" v="2638" actId="1076"/>
          <ac:spMkLst>
            <pc:docMk/>
            <pc:sldMk cId="1831676917" sldId="285"/>
            <ac:spMk id="77" creationId="{435C41AA-84B6-F8EF-3436-BA10ADC6FDC0}"/>
          </ac:spMkLst>
        </pc:spChg>
        <pc:spChg chg="add mod">
          <ac:chgData name="João Vítor Correia Pessoa" userId="78ef02c7a44822d0" providerId="LiveId" clId="{724A7069-697A-4F53-9E38-5599A9652072}" dt="2025-09-14T18:38:49.939" v="2638" actId="1076"/>
          <ac:spMkLst>
            <pc:docMk/>
            <pc:sldMk cId="1831676917" sldId="285"/>
            <ac:spMk id="78" creationId="{954DAB32-0510-9549-9415-48179C2A3243}"/>
          </ac:spMkLst>
        </pc:spChg>
        <pc:spChg chg="mod">
          <ac:chgData name="João Vítor Correia Pessoa" userId="78ef02c7a44822d0" providerId="LiveId" clId="{724A7069-697A-4F53-9E38-5599A9652072}" dt="2025-09-14T18:43:08.266" v="3019"/>
          <ac:spMkLst>
            <pc:docMk/>
            <pc:sldMk cId="1831676917" sldId="285"/>
            <ac:spMk id="79" creationId="{B18D1C1B-AA6B-8357-E930-F004D4FC20D9}"/>
          </ac:spMkLst>
        </pc:spChg>
        <pc:spChg chg="add mod">
          <ac:chgData name="João Vítor Correia Pessoa" userId="78ef02c7a44822d0" providerId="LiveId" clId="{724A7069-697A-4F53-9E38-5599A9652072}" dt="2025-09-14T18:42:11.538" v="2980" actId="20577"/>
          <ac:spMkLst>
            <pc:docMk/>
            <pc:sldMk cId="1831676917" sldId="285"/>
            <ac:spMk id="80" creationId="{39A3EDA0-40D6-A8A0-E839-F63DE4CC3743}"/>
          </ac:spMkLst>
        </pc:spChg>
        <pc:spChg chg="mod">
          <ac:chgData name="João Vítor Correia Pessoa" userId="78ef02c7a44822d0" providerId="LiveId" clId="{724A7069-697A-4F53-9E38-5599A9652072}" dt="2025-09-14T18:43:11.985" v="3021"/>
          <ac:spMkLst>
            <pc:docMk/>
            <pc:sldMk cId="1831676917" sldId="285"/>
            <ac:spMk id="81" creationId="{B84E62D7-4ACC-E724-A137-607D77A29E27}"/>
          </ac:spMkLst>
        </pc:spChg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82" creationId="{AE6FF76D-BF8C-7104-5A6C-3B67F5A8DB95}"/>
          </ac:spMkLst>
        </pc:spChg>
        <pc:spChg chg="mod">
          <ac:chgData name="João Vítor Correia Pessoa" userId="78ef02c7a44822d0" providerId="LiveId" clId="{724A7069-697A-4F53-9E38-5599A9652072}" dt="2025-09-14T18:43:23.513" v="3025"/>
          <ac:spMkLst>
            <pc:docMk/>
            <pc:sldMk cId="1831676917" sldId="285"/>
            <ac:spMk id="83" creationId="{C9205E25-5A2F-5067-6B9C-328F980009CC}"/>
          </ac:spMkLst>
        </pc:spChg>
        <pc:spChg chg="add mod">
          <ac:chgData name="João Vítor Correia Pessoa" userId="78ef02c7a44822d0" providerId="LiveId" clId="{724A7069-697A-4F53-9E38-5599A9652072}" dt="2025-09-14T18:43:31.230" v="3028" actId="20577"/>
          <ac:spMkLst>
            <pc:docMk/>
            <pc:sldMk cId="1831676917" sldId="285"/>
            <ac:spMk id="84" creationId="{5D19D06E-251B-EE7C-D0CF-CB670572D3B3}"/>
          </ac:spMkLst>
        </pc:spChg>
        <pc:spChg chg="mod">
          <ac:chgData name="João Vítor Correia Pessoa" userId="78ef02c7a44822d0" providerId="LiveId" clId="{724A7069-697A-4F53-9E38-5599A9652072}" dt="2025-09-14T18:43:49.649" v="3075" actId="20577"/>
          <ac:spMkLst>
            <pc:docMk/>
            <pc:sldMk cId="1831676917" sldId="285"/>
            <ac:spMk id="85" creationId="{A0181A3F-D03E-633B-1DD9-02E788A9D847}"/>
          </ac:spMkLst>
        </pc:spChg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86" creationId="{E1F6DCAC-FACD-450F-891D-5D878E1D87C3}"/>
          </ac:spMkLst>
        </pc:spChg>
        <pc:spChg chg="mod">
          <ac:chgData name="João Vítor Correia Pessoa" userId="78ef02c7a44822d0" providerId="LiveId" clId="{724A7069-697A-4F53-9E38-5599A9652072}" dt="2025-09-14T18:44:04.690" v="3110" actId="20577"/>
          <ac:spMkLst>
            <pc:docMk/>
            <pc:sldMk cId="1831676917" sldId="285"/>
            <ac:spMk id="89" creationId="{76094B03-0257-17E1-A869-28BB6D34D9A8}"/>
          </ac:spMkLst>
        </pc:spChg>
        <pc:spChg chg="mod">
          <ac:chgData name="João Vítor Correia Pessoa" userId="78ef02c7a44822d0" providerId="LiveId" clId="{724A7069-697A-4F53-9E38-5599A9652072}" dt="2025-09-14T21:17:31.994" v="4591" actId="1038"/>
          <ac:spMkLst>
            <pc:docMk/>
            <pc:sldMk cId="1831676917" sldId="285"/>
            <ac:spMk id="90" creationId="{C8959E43-54C9-F277-1E5E-57FB83DDC2ED}"/>
          </ac:spMkLst>
        </pc:spChg>
        <pc:spChg chg="add mod">
          <ac:chgData name="João Vítor Correia Pessoa" userId="78ef02c7a44822d0" providerId="LiveId" clId="{724A7069-697A-4F53-9E38-5599A9652072}" dt="2025-09-14T18:42:05.315" v="2970" actId="20577"/>
          <ac:spMkLst>
            <pc:docMk/>
            <pc:sldMk cId="1831676917" sldId="285"/>
            <ac:spMk id="96" creationId="{5ADDC1BA-A9C5-F923-5F1E-A8876D86D490}"/>
          </ac:spMkLst>
        </pc:spChg>
        <pc:spChg chg="add mod">
          <ac:chgData name="João Vítor Correia Pessoa" userId="78ef02c7a44822d0" providerId="LiveId" clId="{724A7069-697A-4F53-9E38-5599A9652072}" dt="2025-09-14T21:48:05.143" v="4803" actId="1076"/>
          <ac:spMkLst>
            <pc:docMk/>
            <pc:sldMk cId="1831676917" sldId="285"/>
            <ac:spMk id="101" creationId="{16EA6BA5-4ADE-0F28-2F9E-B24558A4B347}"/>
          </ac:spMkLst>
        </pc:spChg>
        <pc:spChg chg="add del mod">
          <ac:chgData name="João Vítor Correia Pessoa" userId="78ef02c7a44822d0" providerId="LiveId" clId="{724A7069-697A-4F53-9E38-5599A9652072}" dt="2025-09-14T21:48:25.023" v="4817" actId="47"/>
          <ac:spMkLst>
            <pc:docMk/>
            <pc:sldMk cId="1831676917" sldId="285"/>
            <ac:spMk id="104" creationId="{03C63E64-9046-C8AF-6A1C-5DD05FB5A777}"/>
          </ac:spMkLst>
        </pc:spChg>
        <pc:spChg chg="add mod">
          <ac:chgData name="João Vítor Correia Pessoa" userId="78ef02c7a44822d0" providerId="LiveId" clId="{724A7069-697A-4F53-9E38-5599A9652072}" dt="2025-09-14T19:24:30.865" v="3567" actId="404"/>
          <ac:spMkLst>
            <pc:docMk/>
            <pc:sldMk cId="1831676917" sldId="285"/>
            <ac:spMk id="112" creationId="{9AA0FC76-87F9-880A-5A90-F0FD1E9D026C}"/>
          </ac:spMkLst>
        </pc:spChg>
        <pc:spChg chg="add mod">
          <ac:chgData name="João Vítor Correia Pessoa" userId="78ef02c7a44822d0" providerId="LiveId" clId="{724A7069-697A-4F53-9E38-5599A9652072}" dt="2025-09-14T21:46:20.943" v="4773"/>
          <ac:spMkLst>
            <pc:docMk/>
            <pc:sldMk cId="1831676917" sldId="285"/>
            <ac:spMk id="141" creationId="{0866815D-A61E-13C6-0B98-B7CD94ED3176}"/>
          </ac:spMkLst>
        </pc:spChg>
        <pc:spChg chg="mod">
          <ac:chgData name="João Vítor Correia Pessoa" userId="78ef02c7a44822d0" providerId="LiveId" clId="{724A7069-697A-4F53-9E38-5599A9652072}" dt="2025-09-14T21:46:32.224" v="4776"/>
          <ac:spMkLst>
            <pc:docMk/>
            <pc:sldMk cId="1831676917" sldId="285"/>
            <ac:spMk id="143" creationId="{EE7FCD7F-3DAB-78D9-4C32-F807D51C243F}"/>
          </ac:spMkLst>
        </pc:spChg>
        <pc:spChg chg="mod">
          <ac:chgData name="João Vítor Correia Pessoa" userId="78ef02c7a44822d0" providerId="LiveId" clId="{724A7069-697A-4F53-9E38-5599A9652072}" dt="2025-09-14T21:46:32.224" v="4776"/>
          <ac:spMkLst>
            <pc:docMk/>
            <pc:sldMk cId="1831676917" sldId="285"/>
            <ac:spMk id="144" creationId="{A4BC799E-E052-EE9F-45C5-F742611D4D17}"/>
          </ac:spMkLst>
        </pc:spChg>
        <pc:spChg chg="mod">
          <ac:chgData name="João Vítor Correia Pessoa" userId="78ef02c7a44822d0" providerId="LiveId" clId="{724A7069-697A-4F53-9E38-5599A9652072}" dt="2025-09-14T21:46:32.224" v="4776"/>
          <ac:spMkLst>
            <pc:docMk/>
            <pc:sldMk cId="1831676917" sldId="285"/>
            <ac:spMk id="146" creationId="{033CB706-C11E-33A0-97F3-7FD3A1CBCEE2}"/>
          </ac:spMkLst>
        </pc:spChg>
        <pc:spChg chg="mod">
          <ac:chgData name="João Vítor Correia Pessoa" userId="78ef02c7a44822d0" providerId="LiveId" clId="{724A7069-697A-4F53-9E38-5599A9652072}" dt="2025-09-14T21:46:32.224" v="4776"/>
          <ac:spMkLst>
            <pc:docMk/>
            <pc:sldMk cId="1831676917" sldId="285"/>
            <ac:spMk id="147" creationId="{3D3C03F7-3848-CE73-84D9-060039C22ADD}"/>
          </ac:spMkLst>
        </pc:spChg>
        <pc:spChg chg="add mod">
          <ac:chgData name="João Vítor Correia Pessoa" userId="78ef02c7a44822d0" providerId="LiveId" clId="{724A7069-697A-4F53-9E38-5599A9652072}" dt="2025-09-14T21:47:25.037" v="4791"/>
          <ac:spMkLst>
            <pc:docMk/>
            <pc:sldMk cId="1831676917" sldId="285"/>
            <ac:spMk id="148" creationId="{42DE4E77-963A-72BE-B8D3-144AE10548FD}"/>
          </ac:spMkLst>
        </pc:spChg>
        <pc:spChg chg="mod">
          <ac:chgData name="João Vítor Correia Pessoa" userId="78ef02c7a44822d0" providerId="LiveId" clId="{724A7069-697A-4F53-9E38-5599A9652072}" dt="2025-09-14T21:47:03.040" v="4786"/>
          <ac:spMkLst>
            <pc:docMk/>
            <pc:sldMk cId="1831676917" sldId="285"/>
            <ac:spMk id="150" creationId="{CE941774-2B4C-A8E4-92CB-6D5E38B2E4AC}"/>
          </ac:spMkLst>
        </pc:spChg>
        <pc:spChg chg="mod">
          <ac:chgData name="João Vítor Correia Pessoa" userId="78ef02c7a44822d0" providerId="LiveId" clId="{724A7069-697A-4F53-9E38-5599A9652072}" dt="2025-09-14T21:47:03.040" v="4786"/>
          <ac:spMkLst>
            <pc:docMk/>
            <pc:sldMk cId="1831676917" sldId="285"/>
            <ac:spMk id="151" creationId="{04544595-393B-0376-0D16-C045DFA7E2FF}"/>
          </ac:spMkLst>
        </pc:spChg>
        <pc:spChg chg="add mod">
          <ac:chgData name="João Vítor Correia Pessoa" userId="78ef02c7a44822d0" providerId="LiveId" clId="{724A7069-697A-4F53-9E38-5599A9652072}" dt="2025-09-14T21:47:35.841" v="4794" actId="1076"/>
          <ac:spMkLst>
            <pc:docMk/>
            <pc:sldMk cId="1831676917" sldId="285"/>
            <ac:spMk id="152" creationId="{2FBED2F9-0FE9-802E-DAB1-4CAA19F0DBEA}"/>
          </ac:spMkLst>
        </pc:spChg>
        <pc:spChg chg="add mod">
          <ac:chgData name="João Vítor Correia Pessoa" userId="78ef02c7a44822d0" providerId="LiveId" clId="{724A7069-697A-4F53-9E38-5599A9652072}" dt="2025-09-14T21:48:10.682" v="4805"/>
          <ac:spMkLst>
            <pc:docMk/>
            <pc:sldMk cId="1831676917" sldId="285"/>
            <ac:spMk id="153" creationId="{054E2D09-81EF-DBFD-B8DB-8C40EF2B664D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55" creationId="{ACCB43FC-55D5-DCBE-F447-C18ED428B88D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56" creationId="{6A2BAA60-AEFB-6F71-D78C-B018159F0115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58" creationId="{B0B9C4E7-0BD5-26DA-553C-04ABA4E5BD9E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59" creationId="{1E710D79-C797-D414-2648-72642C9C6170}"/>
          </ac:spMkLst>
        </pc:spChg>
        <pc:spChg chg="add mod">
          <ac:chgData name="João Vítor Correia Pessoa" userId="78ef02c7a44822d0" providerId="LiveId" clId="{724A7069-697A-4F53-9E38-5599A9652072}" dt="2025-09-14T21:48:15.973" v="4807"/>
          <ac:spMkLst>
            <pc:docMk/>
            <pc:sldMk cId="1831676917" sldId="285"/>
            <ac:spMk id="160" creationId="{F333D018-9343-413B-C86B-7B9996017D9E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62" creationId="{56BB3219-63AD-2F07-4431-810648576B31}"/>
          </ac:spMkLst>
        </pc:spChg>
        <pc:spChg chg="mod">
          <ac:chgData name="João Vítor Correia Pessoa" userId="78ef02c7a44822d0" providerId="LiveId" clId="{724A7069-697A-4F53-9E38-5599A9652072}" dt="2025-09-14T21:47:57.634" v="4801"/>
          <ac:spMkLst>
            <pc:docMk/>
            <pc:sldMk cId="1831676917" sldId="285"/>
            <ac:spMk id="163" creationId="{0D22FF0B-A710-E4E2-B630-8927B7917B5E}"/>
          </ac:spMkLst>
        </pc:spChg>
        <pc:spChg chg="add mod">
          <ac:chgData name="João Vítor Correia Pessoa" userId="78ef02c7a44822d0" providerId="LiveId" clId="{724A7069-697A-4F53-9E38-5599A9652072}" dt="2025-09-14T21:48:31.712" v="4820"/>
          <ac:spMkLst>
            <pc:docMk/>
            <pc:sldMk cId="1831676917" sldId="285"/>
            <ac:spMk id="164" creationId="{73B8B51F-2457-E826-04AA-E85593B108E8}"/>
          </ac:spMkLst>
        </pc:spChg>
        <pc:grpChg chg="add mod">
          <ac:chgData name="João Vítor Correia Pessoa" userId="78ef02c7a44822d0" providerId="LiveId" clId="{724A7069-697A-4F53-9E38-5599A9652072}" dt="2025-09-14T21:46:48.070" v="4781" actId="1076"/>
          <ac:grpSpMkLst>
            <pc:docMk/>
            <pc:sldMk cId="1831676917" sldId="285"/>
            <ac:grpSpMk id="142" creationId="{9AB95878-4E8D-3FF7-F225-BCA719D950C6}"/>
          </ac:grpSpMkLst>
        </pc:grpChg>
        <pc:grpChg chg="add mod">
          <ac:chgData name="João Vítor Correia Pessoa" userId="78ef02c7a44822d0" providerId="LiveId" clId="{724A7069-697A-4F53-9E38-5599A9652072}" dt="2025-09-14T21:46:48.070" v="4781" actId="1076"/>
          <ac:grpSpMkLst>
            <pc:docMk/>
            <pc:sldMk cId="1831676917" sldId="285"/>
            <ac:grpSpMk id="145" creationId="{40453772-1072-D8B0-7525-819AE6F6B3EC}"/>
          </ac:grpSpMkLst>
        </pc:grpChg>
        <pc:grpChg chg="add mod">
          <ac:chgData name="João Vítor Correia Pessoa" userId="78ef02c7a44822d0" providerId="LiveId" clId="{724A7069-697A-4F53-9E38-5599A9652072}" dt="2025-09-14T21:47:07.148" v="4787" actId="1076"/>
          <ac:grpSpMkLst>
            <pc:docMk/>
            <pc:sldMk cId="1831676917" sldId="285"/>
            <ac:grpSpMk id="149" creationId="{278571E1-C37C-C5E3-AFD5-0816A5C48404}"/>
          </ac:grpSpMkLst>
        </pc:grpChg>
        <pc:grpChg chg="mod">
          <ac:chgData name="João Vítor Correia Pessoa" userId="78ef02c7a44822d0" providerId="LiveId" clId="{724A7069-697A-4F53-9E38-5599A9652072}" dt="2025-09-14T21:48:05.143" v="4803" actId="1076"/>
          <ac:grpSpMkLst>
            <pc:docMk/>
            <pc:sldMk cId="1831676917" sldId="285"/>
            <ac:grpSpMk id="154" creationId="{1A9CB211-763B-700B-9FC9-31ABD17964D8}"/>
          </ac:grpSpMkLst>
        </pc:grpChg>
        <pc:grpChg chg="add mod">
          <ac:chgData name="João Vítor Correia Pessoa" userId="78ef02c7a44822d0" providerId="LiveId" clId="{724A7069-697A-4F53-9E38-5599A9652072}" dt="2025-09-14T21:48:05.143" v="4803" actId="1076"/>
          <ac:grpSpMkLst>
            <pc:docMk/>
            <pc:sldMk cId="1831676917" sldId="285"/>
            <ac:grpSpMk id="157" creationId="{E8CBFAD3-A11D-0C12-7B7F-86279A7613AD}"/>
          </ac:grpSpMkLst>
        </pc:grpChg>
        <pc:grpChg chg="mod">
          <ac:chgData name="João Vítor Correia Pessoa" userId="78ef02c7a44822d0" providerId="LiveId" clId="{724A7069-697A-4F53-9E38-5599A9652072}" dt="2025-09-14T21:48:05.143" v="4803" actId="1076"/>
          <ac:grpSpMkLst>
            <pc:docMk/>
            <pc:sldMk cId="1831676917" sldId="285"/>
            <ac:grpSpMk id="161" creationId="{842D2843-D6F4-5D53-3470-4675D55BE0B3}"/>
          </ac:grpSpMkLst>
        </pc:grpChg>
        <pc:picChg chg="add mod">
          <ac:chgData name="João Vítor Correia Pessoa" userId="78ef02c7a44822d0" providerId="LiveId" clId="{724A7069-697A-4F53-9E38-5599A9652072}" dt="2025-09-28T23:52:19.966" v="6142"/>
          <ac:picMkLst>
            <pc:docMk/>
            <pc:sldMk cId="1831676917" sldId="285"/>
            <ac:picMk id="3" creationId="{30C2BA72-4B7E-94D9-9F95-94CCF38A8DD1}"/>
          </ac:picMkLst>
        </pc:picChg>
        <pc:picChg chg="add mod">
          <ac:chgData name="João Vítor Correia Pessoa" userId="78ef02c7a44822d0" providerId="LiveId" clId="{724A7069-697A-4F53-9E38-5599A9652072}" dt="2025-09-28T23:52:19.966" v="6142"/>
          <ac:picMkLst>
            <pc:docMk/>
            <pc:sldMk cId="1831676917" sldId="285"/>
            <ac:picMk id="6" creationId="{B1E9BB65-189E-D64B-A01F-196715EC98BC}"/>
          </ac:picMkLst>
        </pc:picChg>
        <pc:picChg chg="add mod">
          <ac:chgData name="João Vítor Correia Pessoa" userId="78ef02c7a44822d0" providerId="LiveId" clId="{724A7069-697A-4F53-9E38-5599A9652072}" dt="2025-09-14T23:48:38.297" v="6097" actId="1076"/>
          <ac:picMkLst>
            <pc:docMk/>
            <pc:sldMk cId="1831676917" sldId="285"/>
            <ac:picMk id="106" creationId="{1B503F56-A506-9C83-FD48-CBB001FAB671}"/>
          </ac:picMkLst>
        </pc:picChg>
      </pc:sldChg>
      <pc:sldChg chg="addSp delSp modSp add mod">
        <pc:chgData name="João Vítor Correia Pessoa" userId="78ef02c7a44822d0" providerId="LiveId" clId="{724A7069-697A-4F53-9E38-5599A9652072}" dt="2025-09-29T00:23:54.035" v="6436" actId="20577"/>
        <pc:sldMkLst>
          <pc:docMk/>
          <pc:sldMk cId="1142488423" sldId="286"/>
        </pc:sldMkLst>
        <pc:spChg chg="add mod">
          <ac:chgData name="João Vítor Correia Pessoa" userId="78ef02c7a44822d0" providerId="LiveId" clId="{724A7069-697A-4F53-9E38-5599A9652072}" dt="2025-09-29T00:23:54.035" v="6436" actId="20577"/>
          <ac:spMkLst>
            <pc:docMk/>
            <pc:sldMk cId="1142488423" sldId="286"/>
            <ac:spMk id="4" creationId="{967C39E1-4BA7-D2B7-9BA0-3FD237E04C29}"/>
          </ac:spMkLst>
        </pc:spChg>
        <pc:spChg chg="add del mod">
          <ac:chgData name="João Vítor Correia Pessoa" userId="78ef02c7a44822d0" providerId="LiveId" clId="{724A7069-697A-4F53-9E38-5599A9652072}" dt="2025-09-29T00:16:00.153" v="6318" actId="478"/>
          <ac:spMkLst>
            <pc:docMk/>
            <pc:sldMk cId="1142488423" sldId="286"/>
            <ac:spMk id="43" creationId="{5CAD91E4-1D34-70DF-A29E-48ABC11C5B01}"/>
          </ac:spMkLst>
        </pc:spChg>
        <pc:spChg chg="mod">
          <ac:chgData name="João Vítor Correia Pessoa" userId="78ef02c7a44822d0" providerId="LiveId" clId="{724A7069-697A-4F53-9E38-5599A9652072}" dt="2025-09-14T21:43:00.865" v="4749"/>
          <ac:spMkLst>
            <pc:docMk/>
            <pc:sldMk cId="1142488423" sldId="286"/>
            <ac:spMk id="83" creationId="{AB03AAF2-C659-56D3-BFB3-2DB4FAC16C56}"/>
          </ac:spMkLst>
        </pc:spChg>
        <pc:spChg chg="mod">
          <ac:chgData name="João Vítor Correia Pessoa" userId="78ef02c7a44822d0" providerId="LiveId" clId="{724A7069-697A-4F53-9E38-5599A9652072}" dt="2025-09-14T21:42:50.643" v="4748"/>
          <ac:spMkLst>
            <pc:docMk/>
            <pc:sldMk cId="1142488423" sldId="286"/>
            <ac:spMk id="84" creationId="{0ED6924D-747C-6339-CBBF-154A2C6ED66A}"/>
          </ac:spMkLst>
        </pc:spChg>
        <pc:spChg chg="add mod">
          <ac:chgData name="João Vítor Correia Pessoa" userId="78ef02c7a44822d0" providerId="LiveId" clId="{724A7069-697A-4F53-9E38-5599A9652072}" dt="2025-09-14T21:44:21.072" v="4759"/>
          <ac:spMkLst>
            <pc:docMk/>
            <pc:sldMk cId="1142488423" sldId="286"/>
            <ac:spMk id="85" creationId="{9415EBB0-7141-F86E-C011-26BFBA6E60A3}"/>
          </ac:spMkLst>
        </pc:spChg>
        <pc:spChg chg="mod">
          <ac:chgData name="João Vítor Correia Pessoa" userId="78ef02c7a44822d0" providerId="LiveId" clId="{724A7069-697A-4F53-9E38-5599A9652072}" dt="2025-09-14T21:44:10.824" v="4758" actId="1076"/>
          <ac:spMkLst>
            <pc:docMk/>
            <pc:sldMk cId="1142488423" sldId="286"/>
            <ac:spMk id="86" creationId="{183576DF-7889-313A-92B7-66DAD5D1DE7B}"/>
          </ac:spMkLst>
        </pc:spChg>
        <pc:spChg chg="mod">
          <ac:chgData name="João Vítor Correia Pessoa" userId="78ef02c7a44822d0" providerId="LiveId" clId="{724A7069-697A-4F53-9E38-5599A9652072}" dt="2025-09-14T21:44:10.824" v="4758" actId="1076"/>
          <ac:spMkLst>
            <pc:docMk/>
            <pc:sldMk cId="1142488423" sldId="286"/>
            <ac:spMk id="87" creationId="{CC13050F-ABF3-46DC-5CE6-B0653ABDB35C}"/>
          </ac:spMkLst>
        </pc:spChg>
        <pc:spChg chg="mod">
          <ac:chgData name="João Vítor Correia Pessoa" userId="78ef02c7a44822d0" providerId="LiveId" clId="{724A7069-697A-4F53-9E38-5599A9652072}" dt="2025-09-14T21:44:10.824" v="4758" actId="1076"/>
          <ac:spMkLst>
            <pc:docMk/>
            <pc:sldMk cId="1142488423" sldId="286"/>
            <ac:spMk id="88" creationId="{1F0C9B64-2F33-7C03-755C-34772C78F837}"/>
          </ac:spMkLst>
        </pc:spChg>
        <pc:spChg chg="mod">
          <ac:chgData name="João Vítor Correia Pessoa" userId="78ef02c7a44822d0" providerId="LiveId" clId="{724A7069-697A-4F53-9E38-5599A9652072}" dt="2025-09-14T21:44:10.824" v="4758" actId="1076"/>
          <ac:spMkLst>
            <pc:docMk/>
            <pc:sldMk cId="1142488423" sldId="286"/>
            <ac:spMk id="89" creationId="{7A71D09E-4D12-FC9D-943C-7D9E776C0925}"/>
          </ac:spMkLst>
        </pc:spChg>
        <pc:spChg chg="add mod">
          <ac:chgData name="João Vítor Correia Pessoa" userId="78ef02c7a44822d0" providerId="LiveId" clId="{724A7069-697A-4F53-9E38-5599A9652072}" dt="2025-09-14T21:44:10.824" v="4758" actId="1076"/>
          <ac:spMkLst>
            <pc:docMk/>
            <pc:sldMk cId="1142488423" sldId="286"/>
            <ac:spMk id="90" creationId="{18BAC72F-741D-0C08-E298-A5FA448B963D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96" creationId="{8B7021AC-6784-9349-A09F-8E952A967BE1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97" creationId="{5078F567-3FDF-0DC6-5A20-99DFD7B17554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103" creationId="{74C813B9-D0E9-0D91-1C67-F1F61C4E1994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105" creationId="{6662D97C-492C-DE32-E83D-C141053F794D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108" creationId="{660A0D82-9EB8-E528-F871-0E26750B76D8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109" creationId="{EDD8FE49-3827-FA69-F076-9EFCB8F500F5}"/>
          </ac:spMkLst>
        </pc:spChg>
        <pc:spChg chg="mod">
          <ac:chgData name="João Vítor Correia Pessoa" userId="78ef02c7a44822d0" providerId="LiveId" clId="{724A7069-697A-4F53-9E38-5599A9652072}" dt="2025-09-14T21:42:40.055" v="4746"/>
          <ac:spMkLst>
            <pc:docMk/>
            <pc:sldMk cId="1142488423" sldId="286"/>
            <ac:spMk id="112" creationId="{B0EFD4B8-21D8-FA7F-F2FA-A52F32C41371}"/>
          </ac:spMkLst>
        </pc:spChg>
        <pc:spChg chg="add mod">
          <ac:chgData name="João Vítor Correia Pessoa" userId="78ef02c7a44822d0" providerId="LiveId" clId="{724A7069-697A-4F53-9E38-5599A9652072}" dt="2025-09-14T21:44:29.092" v="4760"/>
          <ac:spMkLst>
            <pc:docMk/>
            <pc:sldMk cId="1142488423" sldId="286"/>
            <ac:spMk id="122" creationId="{E33A88A4-2474-A434-682D-363FD37D547D}"/>
          </ac:spMkLst>
        </pc:spChg>
        <pc:spChg chg="add mod">
          <ac:chgData name="João Vítor Correia Pessoa" userId="78ef02c7a44822d0" providerId="LiveId" clId="{724A7069-697A-4F53-9E38-5599A9652072}" dt="2025-09-14T21:44:41.091" v="4761"/>
          <ac:spMkLst>
            <pc:docMk/>
            <pc:sldMk cId="1142488423" sldId="286"/>
            <ac:spMk id="123" creationId="{6FE1651F-B4AD-0B72-114F-C6D3A567EAED}"/>
          </ac:spMkLst>
        </pc:spChg>
        <pc:spChg chg="mod">
          <ac:chgData name="João Vítor Correia Pessoa" userId="78ef02c7a44822d0" providerId="LiveId" clId="{724A7069-697A-4F53-9E38-5599A9652072}" dt="2025-09-14T21:43:57.067" v="4756"/>
          <ac:spMkLst>
            <pc:docMk/>
            <pc:sldMk cId="1142488423" sldId="286"/>
            <ac:spMk id="125" creationId="{03BAB318-FD6F-7812-DA9E-613A081EDB7E}"/>
          </ac:spMkLst>
        </pc:spChg>
        <pc:spChg chg="mod">
          <ac:chgData name="João Vítor Correia Pessoa" userId="78ef02c7a44822d0" providerId="LiveId" clId="{724A7069-697A-4F53-9E38-5599A9652072}" dt="2025-09-14T21:43:57.067" v="4756"/>
          <ac:spMkLst>
            <pc:docMk/>
            <pc:sldMk cId="1142488423" sldId="286"/>
            <ac:spMk id="126" creationId="{1F58788F-F0EF-9801-CDAE-BF8EFEDD13CF}"/>
          </ac:spMkLst>
        </pc:spChg>
        <pc:spChg chg="mod">
          <ac:chgData name="João Vítor Correia Pessoa" userId="78ef02c7a44822d0" providerId="LiveId" clId="{724A7069-697A-4F53-9E38-5599A9652072}" dt="2025-09-14T21:43:57.067" v="4756"/>
          <ac:spMkLst>
            <pc:docMk/>
            <pc:sldMk cId="1142488423" sldId="286"/>
            <ac:spMk id="128" creationId="{E8D4B1D6-3652-4827-4685-586FF7884E05}"/>
          </ac:spMkLst>
        </pc:spChg>
        <pc:spChg chg="mod">
          <ac:chgData name="João Vítor Correia Pessoa" userId="78ef02c7a44822d0" providerId="LiveId" clId="{724A7069-697A-4F53-9E38-5599A9652072}" dt="2025-09-14T21:43:57.067" v="4756"/>
          <ac:spMkLst>
            <pc:docMk/>
            <pc:sldMk cId="1142488423" sldId="286"/>
            <ac:spMk id="129" creationId="{A2B83C79-49BC-3EA9-456F-D93EB6E2A505}"/>
          </ac:spMkLst>
        </pc:spChg>
        <pc:grpChg chg="mod">
          <ac:chgData name="João Vítor Correia Pessoa" userId="78ef02c7a44822d0" providerId="LiveId" clId="{724A7069-697A-4F53-9E38-5599A9652072}" dt="2025-09-14T21:44:10.824" v="4758" actId="1076"/>
          <ac:grpSpMkLst>
            <pc:docMk/>
            <pc:sldMk cId="1142488423" sldId="286"/>
            <ac:grpSpMk id="101" creationId="{3AA02B63-6865-0A7C-D7E0-256D55BBBF10}"/>
          </ac:grpSpMkLst>
        </pc:grpChg>
        <pc:grpChg chg="mod">
          <ac:chgData name="João Vítor Correia Pessoa" userId="78ef02c7a44822d0" providerId="LiveId" clId="{724A7069-697A-4F53-9E38-5599A9652072}" dt="2025-09-14T21:44:10.824" v="4758" actId="1076"/>
          <ac:grpSpMkLst>
            <pc:docMk/>
            <pc:sldMk cId="1142488423" sldId="286"/>
            <ac:grpSpMk id="104" creationId="{B7A7B828-DAD2-11FB-C5C5-AB116BE2B10D}"/>
          </ac:grpSpMkLst>
        </pc:grpChg>
        <pc:grpChg chg="mod">
          <ac:chgData name="João Vítor Correia Pessoa" userId="78ef02c7a44822d0" providerId="LiveId" clId="{724A7069-697A-4F53-9E38-5599A9652072}" dt="2025-09-14T21:44:10.824" v="4758" actId="1076"/>
          <ac:grpSpMkLst>
            <pc:docMk/>
            <pc:sldMk cId="1142488423" sldId="286"/>
            <ac:grpSpMk id="107" creationId="{A7F94873-C946-E914-DCE2-A82016DBCF7F}"/>
          </ac:grpSpMkLst>
        </pc:grpChg>
        <pc:grpChg chg="mod">
          <ac:chgData name="João Vítor Correia Pessoa" userId="78ef02c7a44822d0" providerId="LiveId" clId="{724A7069-697A-4F53-9E38-5599A9652072}" dt="2025-09-14T21:44:10.824" v="4758" actId="1076"/>
          <ac:grpSpMkLst>
            <pc:docMk/>
            <pc:sldMk cId="1142488423" sldId="286"/>
            <ac:grpSpMk id="110" creationId="{BB82C231-DAE9-EDDB-2EA3-B26E4043914D}"/>
          </ac:grpSpMkLst>
        </pc:grpChg>
        <pc:grpChg chg="add mod">
          <ac:chgData name="João Vítor Correia Pessoa" userId="78ef02c7a44822d0" providerId="LiveId" clId="{724A7069-697A-4F53-9E38-5599A9652072}" dt="2025-09-14T21:44:02.942" v="4757" actId="1076"/>
          <ac:grpSpMkLst>
            <pc:docMk/>
            <pc:sldMk cId="1142488423" sldId="286"/>
            <ac:grpSpMk id="124" creationId="{05B506A6-063E-330C-2B56-C255F4C6C1BA}"/>
          </ac:grpSpMkLst>
        </pc:grpChg>
        <pc:grpChg chg="add mod">
          <ac:chgData name="João Vítor Correia Pessoa" userId="78ef02c7a44822d0" providerId="LiveId" clId="{724A7069-697A-4F53-9E38-5599A9652072}" dt="2025-09-14T21:44:02.942" v="4757" actId="1076"/>
          <ac:grpSpMkLst>
            <pc:docMk/>
            <pc:sldMk cId="1142488423" sldId="286"/>
            <ac:grpSpMk id="127" creationId="{C41F5966-482F-BB8D-32C5-F26572E2D473}"/>
          </ac:grpSpMkLst>
        </pc:grpChg>
        <pc:picChg chg="add mod">
          <ac:chgData name="João Vítor Correia Pessoa" userId="78ef02c7a44822d0" providerId="LiveId" clId="{724A7069-697A-4F53-9E38-5599A9652072}" dt="2025-09-28T23:52:29.038" v="6148"/>
          <ac:picMkLst>
            <pc:docMk/>
            <pc:sldMk cId="1142488423" sldId="286"/>
            <ac:picMk id="2" creationId="{11A9D74A-C322-98CE-F9D1-98A1357BDF9A}"/>
          </ac:picMkLst>
        </pc:picChg>
        <pc:picChg chg="add mod">
          <ac:chgData name="João Vítor Correia Pessoa" userId="78ef02c7a44822d0" providerId="LiveId" clId="{724A7069-697A-4F53-9E38-5599A9652072}" dt="2025-09-28T23:52:29.038" v="6148"/>
          <ac:picMkLst>
            <pc:docMk/>
            <pc:sldMk cId="1142488423" sldId="286"/>
            <ac:picMk id="3" creationId="{E7AD315A-C6B4-1107-0D20-5891CC1DF81D}"/>
          </ac:picMkLst>
        </pc:picChg>
      </pc:sldChg>
      <pc:sldChg chg="addSp delSp modSp add mod modAnim">
        <pc:chgData name="João Vítor Correia Pessoa" userId="78ef02c7a44822d0" providerId="LiveId" clId="{724A7069-697A-4F53-9E38-5599A9652072}" dt="2025-09-29T00:23:40.347" v="6430" actId="20577"/>
        <pc:sldMkLst>
          <pc:docMk/>
          <pc:sldMk cId="2178128315" sldId="287"/>
        </pc:sldMkLst>
        <pc:spChg chg="add del mod">
          <ac:chgData name="João Vítor Correia Pessoa" userId="78ef02c7a44822d0" providerId="LiveId" clId="{724A7069-697A-4F53-9E38-5599A9652072}" dt="2025-09-29T00:14:23.034" v="6283" actId="478"/>
          <ac:spMkLst>
            <pc:docMk/>
            <pc:sldMk cId="2178128315" sldId="287"/>
            <ac:spMk id="19" creationId="{0D08303D-C72F-9E07-D7C9-0C1AD8C78BAE}"/>
          </ac:spMkLst>
        </pc:spChg>
        <pc:spChg chg="mod">
          <ac:chgData name="João Vítor Correia Pessoa" userId="78ef02c7a44822d0" providerId="LiveId" clId="{724A7069-697A-4F53-9E38-5599A9652072}" dt="2025-09-14T21:16:45.923" v="4575"/>
          <ac:spMkLst>
            <pc:docMk/>
            <pc:sldMk cId="2178128315" sldId="287"/>
            <ac:spMk id="21" creationId="{2992D952-17A8-AD7E-551B-B603B062CD96}"/>
          </ac:spMkLst>
        </pc:spChg>
        <pc:spChg chg="add mod">
          <ac:chgData name="João Vítor Correia Pessoa" userId="78ef02c7a44822d0" providerId="LiveId" clId="{724A7069-697A-4F53-9E38-5599A9652072}" dt="2025-09-29T00:23:40.347" v="6430" actId="20577"/>
          <ac:spMkLst>
            <pc:docMk/>
            <pc:sldMk cId="2178128315" sldId="287"/>
            <ac:spMk id="22" creationId="{08820CE6-8E2D-3B31-A41C-88A7CF6E3F1B}"/>
          </ac:spMkLst>
        </pc:spChg>
        <pc:spChg chg="del mod">
          <ac:chgData name="João Vítor Correia Pessoa" userId="78ef02c7a44822d0" providerId="LiveId" clId="{724A7069-697A-4F53-9E38-5599A9652072}" dt="2025-09-29T00:15:38.529" v="6306" actId="478"/>
          <ac:spMkLst>
            <pc:docMk/>
            <pc:sldMk cId="2178128315" sldId="287"/>
            <ac:spMk id="24" creationId="{89FA8DA5-27B5-14DB-350A-3CDD36C9D9B9}"/>
          </ac:spMkLst>
        </pc:spChg>
        <pc:grpChg chg="del">
          <ac:chgData name="João Vítor Correia Pessoa" userId="78ef02c7a44822d0" providerId="LiveId" clId="{724A7069-697A-4F53-9E38-5599A9652072}" dt="2025-09-29T00:12:34.164" v="6251" actId="478"/>
          <ac:grpSpMkLst>
            <pc:docMk/>
            <pc:sldMk cId="2178128315" sldId="287"/>
            <ac:grpSpMk id="30" creationId="{97EACFA4-0C01-5C57-5AA9-9FA53B325BAD}"/>
          </ac:grpSpMkLst>
        </pc:grpChg>
        <pc:picChg chg="add mod">
          <ac:chgData name="João Vítor Correia Pessoa" userId="78ef02c7a44822d0" providerId="LiveId" clId="{724A7069-697A-4F53-9E38-5599A9652072}" dt="2025-09-28T23:52:26.790" v="6147"/>
          <ac:picMkLst>
            <pc:docMk/>
            <pc:sldMk cId="2178128315" sldId="287"/>
            <ac:picMk id="2" creationId="{5ABBF885-90F9-8157-EF00-9981726CD5BB}"/>
          </ac:picMkLst>
        </pc:picChg>
        <pc:picChg chg="add mod">
          <ac:chgData name="João Vítor Correia Pessoa" userId="78ef02c7a44822d0" providerId="LiveId" clId="{724A7069-697A-4F53-9E38-5599A9652072}" dt="2025-09-28T23:52:26.790" v="6147"/>
          <ac:picMkLst>
            <pc:docMk/>
            <pc:sldMk cId="2178128315" sldId="287"/>
            <ac:picMk id="3" creationId="{69ABEB14-3D60-D42E-DAAE-8F7152479C6B}"/>
          </ac:picMkLst>
        </pc:picChg>
        <pc:picChg chg="add del mod">
          <ac:chgData name="João Vítor Correia Pessoa" userId="78ef02c7a44822d0" providerId="LiveId" clId="{724A7069-697A-4F53-9E38-5599A9652072}" dt="2025-09-29T00:12:02.012" v="6248" actId="478"/>
          <ac:picMkLst>
            <pc:docMk/>
            <pc:sldMk cId="2178128315" sldId="287"/>
            <ac:picMk id="5" creationId="{122535A4-A39C-9FB4-88DE-A77850DD9578}"/>
          </ac:picMkLst>
        </pc:picChg>
        <pc:picChg chg="add del mod">
          <ac:chgData name="João Vítor Correia Pessoa" userId="78ef02c7a44822d0" providerId="LiveId" clId="{724A7069-697A-4F53-9E38-5599A9652072}" dt="2025-09-29T00:12:59.577" v="6264" actId="21"/>
          <ac:picMkLst>
            <pc:docMk/>
            <pc:sldMk cId="2178128315" sldId="287"/>
            <ac:picMk id="8" creationId="{4071765D-2CB7-BBDD-10C5-1CAFD4EB3AC3}"/>
          </ac:picMkLst>
        </pc:picChg>
        <pc:picChg chg="add del mod">
          <ac:chgData name="João Vítor Correia Pessoa" userId="78ef02c7a44822d0" providerId="LiveId" clId="{724A7069-697A-4F53-9E38-5599A9652072}" dt="2025-09-29T00:12:44.492" v="6255" actId="478"/>
          <ac:picMkLst>
            <pc:docMk/>
            <pc:sldMk cId="2178128315" sldId="287"/>
            <ac:picMk id="12" creationId="{F6C7F11B-A849-9A6B-86D2-071A62F5163C}"/>
          </ac:picMkLst>
        </pc:picChg>
        <pc:picChg chg="add mod">
          <ac:chgData name="João Vítor Correia Pessoa" userId="78ef02c7a44822d0" providerId="LiveId" clId="{724A7069-697A-4F53-9E38-5599A9652072}" dt="2025-09-29T00:13:35.821" v="6275" actId="1076"/>
          <ac:picMkLst>
            <pc:docMk/>
            <pc:sldMk cId="2178128315" sldId="287"/>
            <ac:picMk id="14" creationId="{4071765D-2CB7-BBDD-10C5-1CAFD4EB3AC3}"/>
          </ac:picMkLst>
        </pc:picChg>
        <pc:picChg chg="add del mod">
          <ac:chgData name="João Vítor Correia Pessoa" userId="78ef02c7a44822d0" providerId="LiveId" clId="{724A7069-697A-4F53-9E38-5599A9652072}" dt="2025-09-29T00:13:42.984" v="6279" actId="21"/>
          <ac:picMkLst>
            <pc:docMk/>
            <pc:sldMk cId="2178128315" sldId="287"/>
            <ac:picMk id="16" creationId="{53F3370E-ADB2-53CA-158C-71A91B2F7F70}"/>
          </ac:picMkLst>
        </pc:picChg>
      </pc:sldChg>
      <pc:sldChg chg="addSp delSp modSp add del mod ord setBg modShow chgLayout">
        <pc:chgData name="João Vítor Correia Pessoa" userId="78ef02c7a44822d0" providerId="LiveId" clId="{724A7069-697A-4F53-9E38-5599A9652072}" dt="2025-09-28T23:44:33.360" v="6112" actId="47"/>
        <pc:sldMkLst>
          <pc:docMk/>
          <pc:sldMk cId="1668657039" sldId="288"/>
        </pc:sldMkLst>
      </pc:sldChg>
      <pc:sldChg chg="add del">
        <pc:chgData name="João Vítor Correia Pessoa" userId="78ef02c7a44822d0" providerId="LiveId" clId="{724A7069-697A-4F53-9E38-5599A9652072}" dt="2025-09-14T15:03:36.157" v="1393" actId="2890"/>
        <pc:sldMkLst>
          <pc:docMk/>
          <pc:sldMk cId="4136023017" sldId="288"/>
        </pc:sldMkLst>
      </pc:sldChg>
      <pc:sldChg chg="addSp delSp modSp add del mod setBg">
        <pc:chgData name="João Vítor Correia Pessoa" userId="78ef02c7a44822d0" providerId="LiveId" clId="{724A7069-697A-4F53-9E38-5599A9652072}" dt="2025-09-14T19:33:57.385" v="3772" actId="47"/>
        <pc:sldMkLst>
          <pc:docMk/>
          <pc:sldMk cId="1252141225" sldId="289"/>
        </pc:sldMkLst>
      </pc:sldChg>
      <pc:sldChg chg="add del">
        <pc:chgData name="João Vítor Correia Pessoa" userId="78ef02c7a44822d0" providerId="LiveId" clId="{724A7069-697A-4F53-9E38-5599A9652072}" dt="2025-09-14T15:16:44.456" v="1501" actId="47"/>
        <pc:sldMkLst>
          <pc:docMk/>
          <pc:sldMk cId="4018982041" sldId="289"/>
        </pc:sldMkLst>
      </pc:sldChg>
      <pc:sldChg chg="delSp add del mod setBg">
        <pc:chgData name="João Vítor Correia Pessoa" userId="78ef02c7a44822d0" providerId="LiveId" clId="{724A7069-697A-4F53-9E38-5599A9652072}" dt="2025-09-14T19:47:01.050" v="4002" actId="47"/>
        <pc:sldMkLst>
          <pc:docMk/>
          <pc:sldMk cId="2930116532" sldId="290"/>
        </pc:sldMkLst>
      </pc:sldChg>
      <pc:sldChg chg="add del">
        <pc:chgData name="João Vítor Correia Pessoa" userId="78ef02c7a44822d0" providerId="LiveId" clId="{724A7069-697A-4F53-9E38-5599A9652072}" dt="2025-09-14T19:46:53.086" v="4001" actId="47"/>
        <pc:sldMkLst>
          <pc:docMk/>
          <pc:sldMk cId="0" sldId="291"/>
        </pc:sldMkLst>
      </pc:sldChg>
      <pc:sldChg chg="add del">
        <pc:chgData name="João Vítor Correia Pessoa" userId="78ef02c7a44822d0" providerId="LiveId" clId="{724A7069-697A-4F53-9E38-5599A9652072}" dt="2025-09-14T20:26:31.025" v="4271" actId="2696"/>
        <pc:sldMkLst>
          <pc:docMk/>
          <pc:sldMk cId="0" sldId="292"/>
        </pc:sldMkLst>
      </pc:sldChg>
      <pc:sldChg chg="delSp add del mod modShow">
        <pc:chgData name="João Vítor Correia Pessoa" userId="78ef02c7a44822d0" providerId="LiveId" clId="{724A7069-697A-4F53-9E38-5599A9652072}" dt="2025-09-14T21:19:58.383" v="4620" actId="47"/>
        <pc:sldMkLst>
          <pc:docMk/>
          <pc:sldMk cId="1739137537" sldId="292"/>
        </pc:sldMkLst>
      </pc:sldChg>
      <pc:sldChg chg="add del">
        <pc:chgData name="João Vítor Correia Pessoa" userId="78ef02c7a44822d0" providerId="LiveId" clId="{724A7069-697A-4F53-9E38-5599A9652072}" dt="2025-09-14T20:26:31.025" v="4271" actId="2696"/>
        <pc:sldMkLst>
          <pc:docMk/>
          <pc:sldMk cId="0" sldId="293"/>
        </pc:sldMkLst>
      </pc:sldChg>
      <pc:sldChg chg="add del">
        <pc:chgData name="João Vítor Correia Pessoa" userId="78ef02c7a44822d0" providerId="LiveId" clId="{724A7069-697A-4F53-9E38-5599A9652072}" dt="2025-09-14T21:21:05.553" v="4628"/>
        <pc:sldMkLst>
          <pc:docMk/>
          <pc:sldMk cId="733414071" sldId="293"/>
        </pc:sldMkLst>
      </pc:sldChg>
      <pc:sldChg chg="add del">
        <pc:chgData name="João Vítor Correia Pessoa" userId="78ef02c7a44822d0" providerId="LiveId" clId="{724A7069-697A-4F53-9E38-5599A9652072}" dt="2025-09-29T00:07:03.677" v="6244" actId="47"/>
        <pc:sldMkLst>
          <pc:docMk/>
          <pc:sldMk cId="2303688692" sldId="293"/>
        </pc:sldMkLst>
      </pc:sldChg>
      <pc:sldChg chg="addSp delSp modSp add del mod modShow">
        <pc:chgData name="João Vítor Correia Pessoa" userId="78ef02c7a44822d0" providerId="LiveId" clId="{724A7069-697A-4F53-9E38-5599A9652072}" dt="2025-09-14T21:21:00.018" v="4626" actId="2696"/>
        <pc:sldMkLst>
          <pc:docMk/>
          <pc:sldMk cId="3627285479" sldId="293"/>
        </pc:sldMkLst>
      </pc:sldChg>
      <pc:sldChg chg="add del">
        <pc:chgData name="João Vítor Correia Pessoa" userId="78ef02c7a44822d0" providerId="LiveId" clId="{724A7069-697A-4F53-9E38-5599A9652072}" dt="2025-09-14T20:26:31.025" v="4271" actId="2696"/>
        <pc:sldMkLst>
          <pc:docMk/>
          <pc:sldMk cId="0" sldId="294"/>
        </pc:sldMkLst>
      </pc:sldChg>
      <pc:sldChg chg="delSp add del mod modShow">
        <pc:chgData name="João Vítor Correia Pessoa" userId="78ef02c7a44822d0" providerId="LiveId" clId="{724A7069-697A-4F53-9E38-5599A9652072}" dt="2025-09-14T21:18:38.834" v="4601" actId="47"/>
        <pc:sldMkLst>
          <pc:docMk/>
          <pc:sldMk cId="3168585902" sldId="294"/>
        </pc:sldMkLst>
      </pc:sldChg>
      <pc:sldChg chg="add del">
        <pc:chgData name="João Vítor Correia Pessoa" userId="78ef02c7a44822d0" providerId="LiveId" clId="{724A7069-697A-4F53-9E38-5599A9652072}" dt="2025-09-14T20:06:21.460" v="4157" actId="47"/>
        <pc:sldMkLst>
          <pc:docMk/>
          <pc:sldMk cId="0" sldId="295"/>
        </pc:sldMkLst>
      </pc:sldChg>
      <pc:sldChg chg="add del">
        <pc:chgData name="João Vítor Correia Pessoa" userId="78ef02c7a44822d0" providerId="LiveId" clId="{724A7069-697A-4F53-9E38-5599A9652072}" dt="2025-09-14T19:55:48.663" v="4061" actId="47"/>
        <pc:sldMkLst>
          <pc:docMk/>
          <pc:sldMk cId="0" sldId="296"/>
        </pc:sldMkLst>
      </pc:sldChg>
      <pc:sldChg chg="addSp delSp modSp add mod ord">
        <pc:chgData name="João Vítor Correia Pessoa" userId="78ef02c7a44822d0" providerId="LiveId" clId="{724A7069-697A-4F53-9E38-5599A9652072}" dt="2025-09-29T00:39:36.353" v="6688" actId="20577"/>
        <pc:sldMkLst>
          <pc:docMk/>
          <pc:sldMk cId="3275180583" sldId="297"/>
        </pc:sldMkLst>
        <pc:spChg chg="add mod">
          <ac:chgData name="João Vítor Correia Pessoa" userId="78ef02c7a44822d0" providerId="LiveId" clId="{724A7069-697A-4F53-9E38-5599A9652072}" dt="2025-09-14T21:51:17.100" v="4916" actId="164"/>
          <ac:spMkLst>
            <pc:docMk/>
            <pc:sldMk cId="3275180583" sldId="297"/>
            <ac:spMk id="8" creationId="{97CF84A7-3F7F-9969-7371-7930944A91E4}"/>
          </ac:spMkLst>
        </pc:spChg>
        <pc:spChg chg="add mod">
          <ac:chgData name="João Vítor Correia Pessoa" userId="78ef02c7a44822d0" providerId="LiveId" clId="{724A7069-697A-4F53-9E38-5599A9652072}" dt="2025-09-14T21:51:17.100" v="4916" actId="164"/>
          <ac:spMkLst>
            <pc:docMk/>
            <pc:sldMk cId="3275180583" sldId="297"/>
            <ac:spMk id="9" creationId="{DECC19B6-C110-F02F-FEDF-A9BD9CC31A16}"/>
          </ac:spMkLst>
        </pc:spChg>
        <pc:spChg chg="add mod">
          <ac:chgData name="João Vítor Correia Pessoa" userId="78ef02c7a44822d0" providerId="LiveId" clId="{724A7069-697A-4F53-9E38-5599A9652072}" dt="2025-09-14T21:51:17.100" v="4916" actId="164"/>
          <ac:spMkLst>
            <pc:docMk/>
            <pc:sldMk cId="3275180583" sldId="297"/>
            <ac:spMk id="13" creationId="{C88B49F5-09FB-E482-05AE-F3957EDCB2C2}"/>
          </ac:spMkLst>
        </pc:spChg>
        <pc:spChg chg="add mod">
          <ac:chgData name="João Vítor Correia Pessoa" userId="78ef02c7a44822d0" providerId="LiveId" clId="{724A7069-697A-4F53-9E38-5599A9652072}" dt="2025-09-14T21:51:17.100" v="4916" actId="164"/>
          <ac:spMkLst>
            <pc:docMk/>
            <pc:sldMk cId="3275180583" sldId="297"/>
            <ac:spMk id="14" creationId="{7E3CAD71-209C-0D47-A69A-618A1A8C6B74}"/>
          </ac:spMkLst>
        </pc:spChg>
        <pc:spChg chg="add mod">
          <ac:chgData name="João Vítor Correia Pessoa" userId="78ef02c7a44822d0" providerId="LiveId" clId="{724A7069-697A-4F53-9E38-5599A9652072}" dt="2025-09-14T23:53:24.794" v="6110" actId="1076"/>
          <ac:spMkLst>
            <pc:docMk/>
            <pc:sldMk cId="3275180583" sldId="297"/>
            <ac:spMk id="16" creationId="{D70464B7-D2C7-8A6B-CDE5-2D29FE59CF9A}"/>
          </ac:spMkLst>
        </pc:spChg>
        <pc:spChg chg="mod">
          <ac:chgData name="João Vítor Correia Pessoa" userId="78ef02c7a44822d0" providerId="LiveId" clId="{724A7069-697A-4F53-9E38-5599A9652072}" dt="2025-09-14T21:39:44.261" v="4715"/>
          <ac:spMkLst>
            <pc:docMk/>
            <pc:sldMk cId="3275180583" sldId="297"/>
            <ac:spMk id="21" creationId="{8FDE1F86-1719-4ACF-8AFB-D5C3D6FFC85A}"/>
          </ac:spMkLst>
        </pc:spChg>
        <pc:spChg chg="mod">
          <ac:chgData name="João Vítor Correia Pessoa" userId="78ef02c7a44822d0" providerId="LiveId" clId="{724A7069-697A-4F53-9E38-5599A9652072}" dt="2025-09-29T00:39:36.353" v="6688" actId="20577"/>
          <ac:spMkLst>
            <pc:docMk/>
            <pc:sldMk cId="3275180583" sldId="297"/>
            <ac:spMk id="24" creationId="{974197EC-FDD2-F8B1-782A-9102A0847CC4}"/>
          </ac:spMkLst>
        </pc:spChg>
        <pc:grpChg chg="add mod">
          <ac:chgData name="João Vítor Correia Pessoa" userId="78ef02c7a44822d0" providerId="LiveId" clId="{724A7069-697A-4F53-9E38-5599A9652072}" dt="2025-09-14T23:53:24.794" v="6110" actId="1076"/>
          <ac:grpSpMkLst>
            <pc:docMk/>
            <pc:sldMk cId="3275180583" sldId="297"/>
            <ac:grpSpMk id="15" creationId="{D2D4EDF6-3C07-27CF-8900-C2CFBAD4E328}"/>
          </ac:grpSpMkLst>
        </pc:grpChg>
        <pc:picChg chg="add mod">
          <ac:chgData name="João Vítor Correia Pessoa" userId="78ef02c7a44822d0" providerId="LiveId" clId="{724A7069-697A-4F53-9E38-5599A9652072}" dt="2025-09-28T23:52:18.838" v="6141"/>
          <ac:picMkLst>
            <pc:docMk/>
            <pc:sldMk cId="3275180583" sldId="297"/>
            <ac:picMk id="2" creationId="{C52C4663-D035-785A-362C-7826DFE63C0D}"/>
          </ac:picMkLst>
        </pc:picChg>
        <pc:picChg chg="add mod">
          <ac:chgData name="João Vítor Correia Pessoa" userId="78ef02c7a44822d0" providerId="LiveId" clId="{724A7069-697A-4F53-9E38-5599A9652072}" dt="2025-09-28T23:52:18.838" v="6141"/>
          <ac:picMkLst>
            <pc:docMk/>
            <pc:sldMk cId="3275180583" sldId="297"/>
            <ac:picMk id="3" creationId="{69F04857-CD4F-DC1A-DA74-11481B1E21AD}"/>
          </ac:picMkLst>
        </pc:picChg>
        <pc:picChg chg="add mod modCrop">
          <ac:chgData name="João Vítor Correia Pessoa" userId="78ef02c7a44822d0" providerId="LiveId" clId="{724A7069-697A-4F53-9E38-5599A9652072}" dt="2025-09-14T21:51:17.100" v="4916" actId="164"/>
          <ac:picMkLst>
            <pc:docMk/>
            <pc:sldMk cId="3275180583" sldId="297"/>
            <ac:picMk id="7" creationId="{60172223-7A47-6FE4-5355-4CFE3D60A271}"/>
          </ac:picMkLst>
        </pc:picChg>
      </pc:sldChg>
      <pc:sldChg chg="addSp delSp modSp add mod ord">
        <pc:chgData name="João Vítor Correia Pessoa" userId="78ef02c7a44822d0" providerId="LiveId" clId="{724A7069-697A-4F53-9E38-5599A9652072}" dt="2025-09-29T00:23:25.172" v="6422" actId="20577"/>
        <pc:sldMkLst>
          <pc:docMk/>
          <pc:sldMk cId="2285911482" sldId="298"/>
        </pc:sldMkLst>
        <pc:spChg chg="add mod">
          <ac:chgData name="João Vítor Correia Pessoa" userId="78ef02c7a44822d0" providerId="LiveId" clId="{724A7069-697A-4F53-9E38-5599A9652072}" dt="2025-09-29T00:23:25.172" v="6422" actId="20577"/>
          <ac:spMkLst>
            <pc:docMk/>
            <pc:sldMk cId="2285911482" sldId="298"/>
            <ac:spMk id="4" creationId="{F9F2A50E-FD77-FB9E-CD1B-D38590F0A323}"/>
          </ac:spMkLst>
        </pc:spChg>
        <pc:spChg chg="mod">
          <ac:chgData name="João Vítor Correia Pessoa" userId="78ef02c7a44822d0" providerId="LiveId" clId="{724A7069-697A-4F53-9E38-5599A9652072}" dt="2025-09-14T21:16:54.453" v="4576"/>
          <ac:spMkLst>
            <pc:docMk/>
            <pc:sldMk cId="2285911482" sldId="298"/>
            <ac:spMk id="21" creationId="{D7C6349F-D757-ED21-A4CD-CF287166FF97}"/>
          </ac:spMkLst>
        </pc:spChg>
        <pc:spChg chg="del mod">
          <ac:chgData name="João Vítor Correia Pessoa" userId="78ef02c7a44822d0" providerId="LiveId" clId="{724A7069-697A-4F53-9E38-5599A9652072}" dt="2025-09-29T00:23:17.868" v="6419" actId="478"/>
          <ac:spMkLst>
            <pc:docMk/>
            <pc:sldMk cId="2285911482" sldId="298"/>
            <ac:spMk id="24" creationId="{6831F736-6670-AACA-8018-21E610D35FDA}"/>
          </ac:spMkLst>
        </pc:spChg>
        <pc:spChg chg="add mod">
          <ac:chgData name="João Vítor Correia Pessoa" userId="78ef02c7a44822d0" providerId="LiveId" clId="{724A7069-697A-4F53-9E38-5599A9652072}" dt="2025-09-14T23:38:57.594" v="5975" actId="1076"/>
          <ac:spMkLst>
            <pc:docMk/>
            <pc:sldMk cId="2285911482" sldId="298"/>
            <ac:spMk id="35" creationId="{6F44C3C2-E720-9686-1236-A21EF31683AA}"/>
          </ac:spMkLst>
        </pc:spChg>
        <pc:spChg chg="add mod">
          <ac:chgData name="João Vítor Correia Pessoa" userId="78ef02c7a44822d0" providerId="LiveId" clId="{724A7069-697A-4F53-9E38-5599A9652072}" dt="2025-09-14T23:38:50.630" v="5974" actId="14100"/>
          <ac:spMkLst>
            <pc:docMk/>
            <pc:sldMk cId="2285911482" sldId="298"/>
            <ac:spMk id="39" creationId="{74A6DE54-3034-B1C5-E545-BA93F8BBDDEA}"/>
          </ac:spMkLst>
        </pc:spChg>
        <pc:spChg chg="add mod">
          <ac:chgData name="João Vítor Correia Pessoa" userId="78ef02c7a44822d0" providerId="LiveId" clId="{724A7069-697A-4F53-9E38-5599A9652072}" dt="2025-09-14T23:38:48.256" v="5973" actId="1076"/>
          <ac:spMkLst>
            <pc:docMk/>
            <pc:sldMk cId="2285911482" sldId="298"/>
            <ac:spMk id="40" creationId="{DB7B7034-6AD5-B186-046F-6E29672A507F}"/>
          </ac:spMkLst>
        </pc:spChg>
        <pc:grpChg chg="add mod">
          <ac:chgData name="João Vítor Correia Pessoa" userId="78ef02c7a44822d0" providerId="LiveId" clId="{724A7069-697A-4F53-9E38-5599A9652072}" dt="2025-09-14T23:41:55.916" v="6008" actId="164"/>
          <ac:grpSpMkLst>
            <pc:docMk/>
            <pc:sldMk cId="2285911482" sldId="298"/>
            <ac:grpSpMk id="41" creationId="{F1CC72E9-E126-9776-0016-357BA6A2F020}"/>
          </ac:grpSpMkLst>
        </pc:grpChg>
        <pc:picChg chg="add mod">
          <ac:chgData name="João Vítor Correia Pessoa" userId="78ef02c7a44822d0" providerId="LiveId" clId="{724A7069-697A-4F53-9E38-5599A9652072}" dt="2025-09-28T23:52:21.430" v="6143"/>
          <ac:picMkLst>
            <pc:docMk/>
            <pc:sldMk cId="2285911482" sldId="298"/>
            <ac:picMk id="2" creationId="{D0DD5935-D182-FEA2-748D-21BD4A7667D3}"/>
          </ac:picMkLst>
        </pc:picChg>
        <pc:picChg chg="add mod">
          <ac:chgData name="João Vítor Correia Pessoa" userId="78ef02c7a44822d0" providerId="LiveId" clId="{724A7069-697A-4F53-9E38-5599A9652072}" dt="2025-09-28T23:52:21.430" v="6143"/>
          <ac:picMkLst>
            <pc:docMk/>
            <pc:sldMk cId="2285911482" sldId="298"/>
            <ac:picMk id="3" creationId="{3BA5719B-B1B9-6B70-B115-6201E1DA6A0E}"/>
          </ac:picMkLst>
        </pc:picChg>
        <pc:picChg chg="add mod">
          <ac:chgData name="João Vítor Correia Pessoa" userId="78ef02c7a44822d0" providerId="LiveId" clId="{724A7069-697A-4F53-9E38-5599A9652072}" dt="2025-09-14T23:41:55.916" v="6008" actId="164"/>
          <ac:picMkLst>
            <pc:docMk/>
            <pc:sldMk cId="2285911482" sldId="298"/>
            <ac:picMk id="22" creationId="{084DD963-A03C-A670-C619-C9C78D241D9E}"/>
          </ac:picMkLst>
        </pc:picChg>
        <pc:picChg chg="add mod">
          <ac:chgData name="João Vítor Correia Pessoa" userId="78ef02c7a44822d0" providerId="LiveId" clId="{724A7069-697A-4F53-9E38-5599A9652072}" dt="2025-09-14T23:41:55.916" v="6008" actId="164"/>
          <ac:picMkLst>
            <pc:docMk/>
            <pc:sldMk cId="2285911482" sldId="298"/>
            <ac:picMk id="33" creationId="{B95E04A8-BB96-509A-8EEE-FDBCAB4029DA}"/>
          </ac:picMkLst>
        </pc:picChg>
      </pc:sldChg>
      <pc:sldChg chg="addSp delSp modSp add mod">
        <pc:chgData name="João Vítor Correia Pessoa" userId="78ef02c7a44822d0" providerId="LiveId" clId="{724A7069-697A-4F53-9E38-5599A9652072}" dt="2025-09-29T00:23:49.332" v="6434" actId="20577"/>
        <pc:sldMkLst>
          <pc:docMk/>
          <pc:sldMk cId="4168074947" sldId="299"/>
        </pc:sldMkLst>
        <pc:spChg chg="add mod">
          <ac:chgData name="João Vítor Correia Pessoa" userId="78ef02c7a44822d0" providerId="LiveId" clId="{724A7069-697A-4F53-9E38-5599A9652072}" dt="2025-09-14T20:02:21.533" v="4112" actId="207"/>
          <ac:spMkLst>
            <pc:docMk/>
            <pc:sldMk cId="4168074947" sldId="299"/>
            <ac:spMk id="2" creationId="{E91CAD28-7022-9D02-DFA3-84B20C214BB4}"/>
          </ac:spMkLst>
        </pc:spChg>
        <pc:spChg chg="add mod">
          <ac:chgData name="João Vítor Correia Pessoa" userId="78ef02c7a44822d0" providerId="LiveId" clId="{724A7069-697A-4F53-9E38-5599A9652072}" dt="2025-09-14T20:05:19.998" v="4147" actId="1076"/>
          <ac:spMkLst>
            <pc:docMk/>
            <pc:sldMk cId="4168074947" sldId="299"/>
            <ac:spMk id="3" creationId="{5DC8580A-EA41-192D-5C77-464E39B935FF}"/>
          </ac:spMkLst>
        </pc:spChg>
        <pc:spChg chg="add mod">
          <ac:chgData name="João Vítor Correia Pessoa" userId="78ef02c7a44822d0" providerId="LiveId" clId="{724A7069-697A-4F53-9E38-5599A9652072}" dt="2025-09-14T20:05:19.998" v="4147" actId="1076"/>
          <ac:spMkLst>
            <pc:docMk/>
            <pc:sldMk cId="4168074947" sldId="299"/>
            <ac:spMk id="4" creationId="{808B3CB2-989E-4DA2-0337-3913666D0CA4}"/>
          </ac:spMkLst>
        </pc:spChg>
        <pc:spChg chg="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5" creationId="{7E96B9E6-D0A9-9B84-4FEF-1F3C1B9A335A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6" creationId="{7BCDF9E7-CE2B-9F34-62AC-10BB1389F54A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7" creationId="{AE820E84-3FC3-195A-114F-8CC0F417C86C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8" creationId="{03AD85A5-903A-F720-9811-AC190EA3C980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9" creationId="{95782A62-76F8-F852-4BB8-3CC34300CA27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10" creationId="{C2CDD593-1435-D098-E887-ACE69EF1464E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11" creationId="{AE505BE8-3CB7-CB70-B1AC-75B77A394B6E}"/>
          </ac:spMkLst>
        </pc:spChg>
        <pc:spChg chg="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12" creationId="{32574138-E5AA-FADA-5468-80FDE242B179}"/>
          </ac:spMkLst>
        </pc:spChg>
        <pc:spChg chg="add mod">
          <ac:chgData name="João Vítor Correia Pessoa" userId="78ef02c7a44822d0" providerId="LiveId" clId="{724A7069-697A-4F53-9E38-5599A9652072}" dt="2025-09-14T20:05:25.580" v="4148" actId="1076"/>
          <ac:spMkLst>
            <pc:docMk/>
            <pc:sldMk cId="4168074947" sldId="299"/>
            <ac:spMk id="13" creationId="{5A709AB4-0E12-B122-992B-FAA0680DC60E}"/>
          </ac:spMkLst>
        </pc:spChg>
        <pc:spChg chg="add mod">
          <ac:chgData name="João Vítor Correia Pessoa" userId="78ef02c7a44822d0" providerId="LiveId" clId="{724A7069-697A-4F53-9E38-5599A9652072}" dt="2025-09-14T20:05:35.485" v="4149" actId="1076"/>
          <ac:spMkLst>
            <pc:docMk/>
            <pc:sldMk cId="4168074947" sldId="299"/>
            <ac:spMk id="15" creationId="{684A377E-E16F-F359-43D3-5ECA5BCF8BF5}"/>
          </ac:spMkLst>
        </pc:spChg>
        <pc:spChg chg="add mod">
          <ac:chgData name="João Vítor Correia Pessoa" userId="78ef02c7a44822d0" providerId="LiveId" clId="{724A7069-697A-4F53-9E38-5599A9652072}" dt="2025-09-14T20:05:48.469" v="4156" actId="1076"/>
          <ac:spMkLst>
            <pc:docMk/>
            <pc:sldMk cId="4168074947" sldId="299"/>
            <ac:spMk id="16" creationId="{B0F2F4A3-FD0D-B004-2AD2-2CE0671D58AC}"/>
          </ac:spMkLst>
        </pc:spChg>
        <pc:spChg chg="mod">
          <ac:chgData name="João Vítor Correia Pessoa" userId="78ef02c7a44822d0" providerId="LiveId" clId="{724A7069-697A-4F53-9E38-5599A9652072}" dt="2025-09-14T20:02:44.821" v="4114"/>
          <ac:spMkLst>
            <pc:docMk/>
            <pc:sldMk cId="4168074947" sldId="299"/>
            <ac:spMk id="19" creationId="{01A423B7-D36E-63E0-4954-70CB22BC23BE}"/>
          </ac:spMkLst>
        </pc:spChg>
        <pc:spChg chg="mod">
          <ac:chgData name="João Vítor Correia Pessoa" userId="78ef02c7a44822d0" providerId="LiveId" clId="{724A7069-697A-4F53-9E38-5599A9652072}" dt="2025-09-14T20:02:44.821" v="4114"/>
          <ac:spMkLst>
            <pc:docMk/>
            <pc:sldMk cId="4168074947" sldId="299"/>
            <ac:spMk id="20" creationId="{B1C534A6-82D8-94EE-B389-5DFBE0879766}"/>
          </ac:spMkLst>
        </pc:spChg>
        <pc:spChg chg="mod">
          <ac:chgData name="João Vítor Correia Pessoa" userId="78ef02c7a44822d0" providerId="LiveId" clId="{724A7069-697A-4F53-9E38-5599A9652072}" dt="2025-09-14T21:16:38.569" v="4574"/>
          <ac:spMkLst>
            <pc:docMk/>
            <pc:sldMk cId="4168074947" sldId="299"/>
            <ac:spMk id="21" creationId="{02D85599-0960-C419-4BF8-074BD34DAE8A}"/>
          </ac:spMkLst>
        </pc:spChg>
        <pc:spChg chg="mod">
          <ac:chgData name="João Vítor Correia Pessoa" userId="78ef02c7a44822d0" providerId="LiveId" clId="{724A7069-697A-4F53-9E38-5599A9652072}" dt="2025-09-14T20:02:52.157" v="4116"/>
          <ac:spMkLst>
            <pc:docMk/>
            <pc:sldMk cId="4168074947" sldId="299"/>
            <ac:spMk id="23" creationId="{79E5322B-8FC9-1E6F-19F0-E780D9D631DE}"/>
          </ac:spMkLst>
        </pc:spChg>
        <pc:spChg chg="del mod">
          <ac:chgData name="João Vítor Correia Pessoa" userId="78ef02c7a44822d0" providerId="LiveId" clId="{724A7069-697A-4F53-9E38-5599A9652072}" dt="2025-09-29T00:15:53.689" v="6314" actId="478"/>
          <ac:spMkLst>
            <pc:docMk/>
            <pc:sldMk cId="4168074947" sldId="299"/>
            <ac:spMk id="24" creationId="{078C7213-45A6-22CE-3714-46E1E3E4EF2E}"/>
          </ac:spMkLst>
        </pc:spChg>
        <pc:spChg chg="mod">
          <ac:chgData name="João Vítor Correia Pessoa" userId="78ef02c7a44822d0" providerId="LiveId" clId="{724A7069-697A-4F53-9E38-5599A9652072}" dt="2025-09-14T20:02:52.157" v="4116"/>
          <ac:spMkLst>
            <pc:docMk/>
            <pc:sldMk cId="4168074947" sldId="299"/>
            <ac:spMk id="25" creationId="{21FA4DC1-B5AD-BB38-D487-4FA407B97905}"/>
          </ac:spMkLst>
        </pc:spChg>
        <pc:spChg chg="mod">
          <ac:chgData name="João Vítor Correia Pessoa" userId="78ef02c7a44822d0" providerId="LiveId" clId="{724A7069-697A-4F53-9E38-5599A9652072}" dt="2025-09-14T20:03:25.253" v="4122"/>
          <ac:spMkLst>
            <pc:docMk/>
            <pc:sldMk cId="4168074947" sldId="299"/>
            <ac:spMk id="27" creationId="{45014C68-1D0E-2B5A-9BAA-270EF8DEB3AC}"/>
          </ac:spMkLst>
        </pc:spChg>
        <pc:spChg chg="mod">
          <ac:chgData name="João Vítor Correia Pessoa" userId="78ef02c7a44822d0" providerId="LiveId" clId="{724A7069-697A-4F53-9E38-5599A9652072}" dt="2025-09-14T20:03:25.253" v="4122"/>
          <ac:spMkLst>
            <pc:docMk/>
            <pc:sldMk cId="4168074947" sldId="299"/>
            <ac:spMk id="28" creationId="{26778A7A-5D0D-0352-48D3-77F1D2E9A4CF}"/>
          </ac:spMkLst>
        </pc:spChg>
        <pc:spChg chg="mod">
          <ac:chgData name="João Vítor Correia Pessoa" userId="78ef02c7a44822d0" providerId="LiveId" clId="{724A7069-697A-4F53-9E38-5599A9652072}" dt="2025-09-14T20:04:02.485" v="4129"/>
          <ac:spMkLst>
            <pc:docMk/>
            <pc:sldMk cId="4168074947" sldId="299"/>
            <ac:spMk id="30" creationId="{4134D5B9-E74F-9257-7BAC-A1A0A1B53875}"/>
          </ac:spMkLst>
        </pc:spChg>
        <pc:spChg chg="mod">
          <ac:chgData name="João Vítor Correia Pessoa" userId="78ef02c7a44822d0" providerId="LiveId" clId="{724A7069-697A-4F53-9E38-5599A9652072}" dt="2025-09-14T20:04:02.485" v="4129"/>
          <ac:spMkLst>
            <pc:docMk/>
            <pc:sldMk cId="4168074947" sldId="299"/>
            <ac:spMk id="31" creationId="{5E4065CC-05F3-06C4-D5DA-1ED05BDD80B4}"/>
          </ac:spMkLst>
        </pc:spChg>
        <pc:spChg chg="add mod">
          <ac:chgData name="João Vítor Correia Pessoa" userId="78ef02c7a44822d0" providerId="LiveId" clId="{724A7069-697A-4F53-9E38-5599A9652072}" dt="2025-09-29T00:23:49.332" v="6434" actId="20577"/>
          <ac:spMkLst>
            <pc:docMk/>
            <pc:sldMk cId="4168074947" sldId="299"/>
            <ac:spMk id="32" creationId="{83FDC850-93ED-D1D6-5CD2-9B550A0AB458}"/>
          </ac:spMkLst>
        </pc:spChg>
        <pc:spChg chg="mod">
          <ac:chgData name="João Vítor Correia Pessoa" userId="78ef02c7a44822d0" providerId="LiveId" clId="{724A7069-697A-4F53-9E38-5599A9652072}" dt="2025-09-14T20:04:05.421" v="4131"/>
          <ac:spMkLst>
            <pc:docMk/>
            <pc:sldMk cId="4168074947" sldId="299"/>
            <ac:spMk id="37" creationId="{DC1C12A7-C60C-94E7-2C49-04E45533B0AB}"/>
          </ac:spMkLst>
        </pc:spChg>
        <pc:spChg chg="mod">
          <ac:chgData name="João Vítor Correia Pessoa" userId="78ef02c7a44822d0" providerId="LiveId" clId="{724A7069-697A-4F53-9E38-5599A9652072}" dt="2025-09-14T20:04:05.421" v="4131"/>
          <ac:spMkLst>
            <pc:docMk/>
            <pc:sldMk cId="4168074947" sldId="299"/>
            <ac:spMk id="38" creationId="{98B182D8-3230-FA83-0FAE-50A881BEF3F9}"/>
          </ac:spMkLst>
        </pc:spChg>
        <pc:spChg chg="mod">
          <ac:chgData name="João Vítor Correia Pessoa" userId="78ef02c7a44822d0" providerId="LiveId" clId="{724A7069-697A-4F53-9E38-5599A9652072}" dt="2025-09-14T20:04:16.021" v="4133"/>
          <ac:spMkLst>
            <pc:docMk/>
            <pc:sldMk cId="4168074947" sldId="299"/>
            <ac:spMk id="40" creationId="{453B8617-3887-4350-CA69-2B625ACD246E}"/>
          </ac:spMkLst>
        </pc:spChg>
        <pc:spChg chg="mod">
          <ac:chgData name="João Vítor Correia Pessoa" userId="78ef02c7a44822d0" providerId="LiveId" clId="{724A7069-697A-4F53-9E38-5599A9652072}" dt="2025-09-14T20:04:16.021" v="4133"/>
          <ac:spMkLst>
            <pc:docMk/>
            <pc:sldMk cId="4168074947" sldId="299"/>
            <ac:spMk id="41" creationId="{6F36EAA8-6402-85C0-B386-0436226200EB}"/>
          </ac:spMkLst>
        </pc:spChg>
        <pc:spChg chg="mod">
          <ac:chgData name="João Vítor Correia Pessoa" userId="78ef02c7a44822d0" providerId="LiveId" clId="{724A7069-697A-4F53-9E38-5599A9652072}" dt="2025-09-14T20:04:32.468" v="4136"/>
          <ac:spMkLst>
            <pc:docMk/>
            <pc:sldMk cId="4168074947" sldId="299"/>
            <ac:spMk id="43" creationId="{D24091CE-9CDC-2B3E-DE7D-C83BD5DD242E}"/>
          </ac:spMkLst>
        </pc:spChg>
        <pc:spChg chg="mod">
          <ac:chgData name="João Vítor Correia Pessoa" userId="78ef02c7a44822d0" providerId="LiveId" clId="{724A7069-697A-4F53-9E38-5599A9652072}" dt="2025-09-14T20:04:32.468" v="4136"/>
          <ac:spMkLst>
            <pc:docMk/>
            <pc:sldMk cId="4168074947" sldId="299"/>
            <ac:spMk id="44" creationId="{82A89EE2-30EE-14AD-EB07-5E5F40097484}"/>
          </ac:spMkLst>
        </pc:spChg>
        <pc:spChg chg="mod">
          <ac:chgData name="João Vítor Correia Pessoa" userId="78ef02c7a44822d0" providerId="LiveId" clId="{724A7069-697A-4F53-9E38-5599A9652072}" dt="2025-09-14T20:04:36.068" v="4138"/>
          <ac:spMkLst>
            <pc:docMk/>
            <pc:sldMk cId="4168074947" sldId="299"/>
            <ac:spMk id="46" creationId="{7D719D62-1A75-0F92-4AA6-B097CDEC07F3}"/>
          </ac:spMkLst>
        </pc:spChg>
        <pc:spChg chg="mod">
          <ac:chgData name="João Vítor Correia Pessoa" userId="78ef02c7a44822d0" providerId="LiveId" clId="{724A7069-697A-4F53-9E38-5599A9652072}" dt="2025-09-14T20:04:36.068" v="4138"/>
          <ac:spMkLst>
            <pc:docMk/>
            <pc:sldMk cId="4168074947" sldId="299"/>
            <ac:spMk id="47" creationId="{169F280C-7088-A62E-4176-F084BE8C9F96}"/>
          </ac:spMkLst>
        </pc:spChg>
        <pc:spChg chg="mod">
          <ac:chgData name="João Vítor Correia Pessoa" userId="78ef02c7a44822d0" providerId="LiveId" clId="{724A7069-697A-4F53-9E38-5599A9652072}" dt="2025-09-14T20:04:41.060" v="4140"/>
          <ac:spMkLst>
            <pc:docMk/>
            <pc:sldMk cId="4168074947" sldId="299"/>
            <ac:spMk id="49" creationId="{282F6A7E-C3FA-F65A-B84C-53B127D908E2}"/>
          </ac:spMkLst>
        </pc:spChg>
        <pc:spChg chg="mod">
          <ac:chgData name="João Vítor Correia Pessoa" userId="78ef02c7a44822d0" providerId="LiveId" clId="{724A7069-697A-4F53-9E38-5599A9652072}" dt="2025-09-14T20:04:41.060" v="4140"/>
          <ac:spMkLst>
            <pc:docMk/>
            <pc:sldMk cId="4168074947" sldId="299"/>
            <ac:spMk id="50" creationId="{3FFB0D4C-8603-0142-65CB-D79E8A2DEBE4}"/>
          </ac:spMkLst>
        </pc:spChg>
        <pc:grpChg chg="add mod">
          <ac:chgData name="João Vítor Correia Pessoa" userId="78ef02c7a44822d0" providerId="LiveId" clId="{724A7069-697A-4F53-9E38-5599A9652072}" dt="2025-09-14T20:05:19.998" v="4147" actId="1076"/>
          <ac:grpSpMkLst>
            <pc:docMk/>
            <pc:sldMk cId="4168074947" sldId="299"/>
            <ac:grpSpMk id="18" creationId="{4D79C1BE-FCCB-A9E1-D840-ACDECC4FAA7D}"/>
          </ac:grpSpMkLst>
        </pc:grpChg>
        <pc:grpChg chg="add mod">
          <ac:chgData name="João Vítor Correia Pessoa" userId="78ef02c7a44822d0" providerId="LiveId" clId="{724A7069-697A-4F53-9E38-5599A9652072}" dt="2025-09-14T20:05:19.998" v="4147" actId="1076"/>
          <ac:grpSpMkLst>
            <pc:docMk/>
            <pc:sldMk cId="4168074947" sldId="299"/>
            <ac:grpSpMk id="22" creationId="{A14CB369-3097-B5BA-47DD-08B0F10E9C7E}"/>
          </ac:grpSpMkLst>
        </pc:grpChg>
        <pc:grpChg chg="add mod">
          <ac:chgData name="João Vítor Correia Pessoa" userId="78ef02c7a44822d0" providerId="LiveId" clId="{724A7069-697A-4F53-9E38-5599A9652072}" dt="2025-09-14T20:05:25.580" v="4148" actId="1076"/>
          <ac:grpSpMkLst>
            <pc:docMk/>
            <pc:sldMk cId="4168074947" sldId="299"/>
            <ac:grpSpMk id="26" creationId="{BF63DFDF-D29D-A238-8B75-80FD4C6EA6DF}"/>
          </ac:grpSpMkLst>
        </pc:grpChg>
        <pc:grpChg chg="add mod">
          <ac:chgData name="João Vítor Correia Pessoa" userId="78ef02c7a44822d0" providerId="LiveId" clId="{724A7069-697A-4F53-9E38-5599A9652072}" dt="2025-09-14T20:05:15.180" v="4146" actId="1076"/>
          <ac:grpSpMkLst>
            <pc:docMk/>
            <pc:sldMk cId="4168074947" sldId="299"/>
            <ac:grpSpMk id="29" creationId="{725A4833-CD56-B36A-5A60-FFEBB7BD5A85}"/>
          </ac:grpSpMkLst>
        </pc:grpChg>
        <pc:grpChg chg="add mod">
          <ac:chgData name="João Vítor Correia Pessoa" userId="78ef02c7a44822d0" providerId="LiveId" clId="{724A7069-697A-4F53-9E38-5599A9652072}" dt="2025-09-14T20:05:15.180" v="4146" actId="1076"/>
          <ac:grpSpMkLst>
            <pc:docMk/>
            <pc:sldMk cId="4168074947" sldId="299"/>
            <ac:grpSpMk id="34" creationId="{3626F736-8BAC-54F6-0794-D81D64FF4632}"/>
          </ac:grpSpMkLst>
        </pc:grpChg>
        <pc:grpChg chg="add mod">
          <ac:chgData name="João Vítor Correia Pessoa" userId="78ef02c7a44822d0" providerId="LiveId" clId="{724A7069-697A-4F53-9E38-5599A9652072}" dt="2025-09-14T20:05:15.180" v="4146" actId="1076"/>
          <ac:grpSpMkLst>
            <pc:docMk/>
            <pc:sldMk cId="4168074947" sldId="299"/>
            <ac:grpSpMk id="39" creationId="{428F4AF8-5CFD-6448-B92A-914BAF18C633}"/>
          </ac:grpSpMkLst>
        </pc:grpChg>
        <pc:grpChg chg="add mod">
          <ac:chgData name="João Vítor Correia Pessoa" userId="78ef02c7a44822d0" providerId="LiveId" clId="{724A7069-697A-4F53-9E38-5599A9652072}" dt="2025-09-14T20:04:49.466" v="4142" actId="1076"/>
          <ac:grpSpMkLst>
            <pc:docMk/>
            <pc:sldMk cId="4168074947" sldId="299"/>
            <ac:grpSpMk id="42" creationId="{46F1E679-1550-E9CD-9EEE-7A41CD13D288}"/>
          </ac:grpSpMkLst>
        </pc:grpChg>
        <pc:grpChg chg="add mod">
          <ac:chgData name="João Vítor Correia Pessoa" userId="78ef02c7a44822d0" providerId="LiveId" clId="{724A7069-697A-4F53-9E38-5599A9652072}" dt="2025-09-14T20:04:49.466" v="4142" actId="1076"/>
          <ac:grpSpMkLst>
            <pc:docMk/>
            <pc:sldMk cId="4168074947" sldId="299"/>
            <ac:grpSpMk id="45" creationId="{2283C3B3-A4D2-43F3-5256-AB8CB38BBB9E}"/>
          </ac:grpSpMkLst>
        </pc:grpChg>
        <pc:grpChg chg="add mod">
          <ac:chgData name="João Vítor Correia Pessoa" userId="78ef02c7a44822d0" providerId="LiveId" clId="{724A7069-697A-4F53-9E38-5599A9652072}" dt="2025-09-14T20:04:49.466" v="4142" actId="1076"/>
          <ac:grpSpMkLst>
            <pc:docMk/>
            <pc:sldMk cId="4168074947" sldId="299"/>
            <ac:grpSpMk id="48" creationId="{8B991C2B-F9E4-D913-309D-7FBEB14E826B}"/>
          </ac:grpSpMkLst>
        </pc:grpChg>
        <pc:picChg chg="add mod">
          <ac:chgData name="João Vítor Correia Pessoa" userId="78ef02c7a44822d0" providerId="LiveId" clId="{724A7069-697A-4F53-9E38-5599A9652072}" dt="2025-09-14T20:05:35.485" v="4149" actId="1076"/>
          <ac:picMkLst>
            <pc:docMk/>
            <pc:sldMk cId="4168074947" sldId="299"/>
            <ac:picMk id="14" creationId="{B67AA7DF-4D97-BA51-4A3E-3DA4F866185D}"/>
          </ac:picMkLst>
        </pc:picChg>
        <pc:picChg chg="add mod">
          <ac:chgData name="João Vítor Correia Pessoa" userId="78ef02c7a44822d0" providerId="LiveId" clId="{724A7069-697A-4F53-9E38-5599A9652072}" dt="2025-09-14T20:05:35.485" v="4149" actId="1076"/>
          <ac:picMkLst>
            <pc:docMk/>
            <pc:sldMk cId="4168074947" sldId="299"/>
            <ac:picMk id="17" creationId="{B6171023-F005-253C-E4B1-6B5A6230245E}"/>
          </ac:picMkLst>
        </pc:picChg>
      </pc:sldChg>
      <pc:sldChg chg="delSp add del mod">
        <pc:chgData name="João Vítor Correia Pessoa" userId="78ef02c7a44822d0" providerId="LiveId" clId="{724A7069-697A-4F53-9E38-5599A9652072}" dt="2025-09-14T20:11:29.487" v="4216" actId="47"/>
        <pc:sldMkLst>
          <pc:docMk/>
          <pc:sldMk cId="604532027" sldId="300"/>
        </pc:sldMkLst>
      </pc:sldChg>
      <pc:sldChg chg="addSp delSp modSp add del mod setBg addAnim delAnim modAnim modShow">
        <pc:chgData name="João Vítor Correia Pessoa" userId="78ef02c7a44822d0" providerId="LiveId" clId="{724A7069-697A-4F53-9E38-5599A9652072}" dt="2025-09-28T23:44:34.339" v="6113" actId="47"/>
        <pc:sldMkLst>
          <pc:docMk/>
          <pc:sldMk cId="3827705606" sldId="300"/>
        </pc:sldMkLst>
      </pc:sldChg>
      <pc:sldChg chg="add del">
        <pc:chgData name="João Vítor Correia Pessoa" userId="78ef02c7a44822d0" providerId="LiveId" clId="{724A7069-697A-4F53-9E38-5599A9652072}" dt="2025-09-14T21:45:12.915" v="4762" actId="47"/>
        <pc:sldMkLst>
          <pc:docMk/>
          <pc:sldMk cId="3278700374" sldId="301"/>
        </pc:sldMkLst>
      </pc:sldChg>
      <pc:sldChg chg="addSp delSp modSp add del mod">
        <pc:chgData name="João Vítor Correia Pessoa" userId="78ef02c7a44822d0" providerId="LiveId" clId="{724A7069-697A-4F53-9E38-5599A9652072}" dt="2025-09-14T23:47:42.687" v="6094" actId="47"/>
        <pc:sldMkLst>
          <pc:docMk/>
          <pc:sldMk cId="3868002115" sldId="301"/>
        </pc:sldMkLst>
      </pc:sldChg>
      <pc:sldChg chg="addSp delSp modSp add del mod ord modTransition setBg addAnim delAnim modAnim">
        <pc:chgData name="João Vítor Correia Pessoa" userId="78ef02c7a44822d0" providerId="LiveId" clId="{724A7069-697A-4F53-9E38-5599A9652072}" dt="2025-09-28T23:44:31.376" v="6111" actId="47"/>
        <pc:sldMkLst>
          <pc:docMk/>
          <pc:sldMk cId="2692443680" sldId="302"/>
        </pc:sldMkLst>
      </pc:sldChg>
      <pc:sldChg chg="delSp add del">
        <pc:chgData name="João Vítor Correia Pessoa" userId="78ef02c7a44822d0" providerId="LiveId" clId="{724A7069-697A-4F53-9E38-5599A9652072}" dt="2025-09-14T23:47:55.971" v="6095" actId="47"/>
        <pc:sldMkLst>
          <pc:docMk/>
          <pc:sldMk cId="36135785" sldId="303"/>
        </pc:sldMkLst>
      </pc:sldChg>
      <pc:sldChg chg="delSp add del">
        <pc:chgData name="João Vítor Correia Pessoa" userId="78ef02c7a44822d0" providerId="LiveId" clId="{724A7069-697A-4F53-9E38-5599A9652072}" dt="2025-09-14T23:48:00.572" v="6096" actId="47"/>
        <pc:sldMkLst>
          <pc:docMk/>
          <pc:sldMk cId="2096279677" sldId="304"/>
        </pc:sldMkLst>
      </pc:sldChg>
      <pc:sldChg chg="addSp delSp modSp add mod">
        <pc:chgData name="João Vítor Correia Pessoa" userId="78ef02c7a44822d0" providerId="LiveId" clId="{724A7069-697A-4F53-9E38-5599A9652072}" dt="2025-09-29T00:23:32.060" v="6426" actId="20577"/>
        <pc:sldMkLst>
          <pc:docMk/>
          <pc:sldMk cId="1651668329" sldId="305"/>
        </pc:sldMkLst>
        <pc:spChg chg="add mod">
          <ac:chgData name="João Vítor Correia Pessoa" userId="78ef02c7a44822d0" providerId="LiveId" clId="{724A7069-697A-4F53-9E38-5599A9652072}" dt="2025-09-14T23:42:56.874" v="6019" actId="1076"/>
          <ac:spMkLst>
            <pc:docMk/>
            <pc:sldMk cId="1651668329" sldId="305"/>
            <ac:spMk id="3" creationId="{6FB198F3-40FC-A4FE-61F8-62A398F42E31}"/>
          </ac:spMkLst>
        </pc:spChg>
        <pc:spChg chg="add mod">
          <ac:chgData name="João Vítor Correia Pessoa" userId="78ef02c7a44822d0" providerId="LiveId" clId="{724A7069-697A-4F53-9E38-5599A9652072}" dt="2025-09-29T00:23:32.060" v="6426" actId="20577"/>
          <ac:spMkLst>
            <pc:docMk/>
            <pc:sldMk cId="1651668329" sldId="305"/>
            <ac:spMk id="5" creationId="{10708EF2-965A-1C54-39C5-1DF136626511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6" creationId="{508DF1BF-9C54-E954-53BE-DA0E7AA55D57}"/>
          </ac:spMkLst>
        </pc:spChg>
        <pc:spChg chg="add mod">
          <ac:chgData name="João Vítor Correia Pessoa" userId="78ef02c7a44822d0" providerId="LiveId" clId="{724A7069-697A-4F53-9E38-5599A9652072}" dt="2025-09-14T23:42:56.874" v="6019" actId="1076"/>
          <ac:spMkLst>
            <pc:docMk/>
            <pc:sldMk cId="1651668329" sldId="305"/>
            <ac:spMk id="7" creationId="{66D8AAD4-43CA-0978-B3ED-F20FC9D3722F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8" creationId="{A480CDEB-AC19-0902-0F8D-0D0BD138471E}"/>
          </ac:spMkLst>
        </pc:spChg>
        <pc:spChg chg="mod">
          <ac:chgData name="João Vítor Correia Pessoa" userId="78ef02c7a44822d0" providerId="LiveId" clId="{724A7069-697A-4F53-9E38-5599A9652072}" dt="2025-09-14T23:39:30.856" v="5982"/>
          <ac:spMkLst>
            <pc:docMk/>
            <pc:sldMk cId="1651668329" sldId="305"/>
            <ac:spMk id="10" creationId="{AA010EFE-D4AD-671C-5E61-4F65DEC30DF9}"/>
          </ac:spMkLst>
        </pc:spChg>
        <pc:spChg chg="mod">
          <ac:chgData name="João Vítor Correia Pessoa" userId="78ef02c7a44822d0" providerId="LiveId" clId="{724A7069-697A-4F53-9E38-5599A9652072}" dt="2025-09-14T23:39:30.856" v="5982"/>
          <ac:spMkLst>
            <pc:docMk/>
            <pc:sldMk cId="1651668329" sldId="305"/>
            <ac:spMk id="11" creationId="{6A30F315-83B2-C513-5A7B-1230BC0A8748}"/>
          </ac:spMkLst>
        </pc:spChg>
        <pc:spChg chg="mod">
          <ac:chgData name="João Vítor Correia Pessoa" userId="78ef02c7a44822d0" providerId="LiveId" clId="{724A7069-697A-4F53-9E38-5599A9652072}" dt="2025-09-14T23:39:30.856" v="5982"/>
          <ac:spMkLst>
            <pc:docMk/>
            <pc:sldMk cId="1651668329" sldId="305"/>
            <ac:spMk id="13" creationId="{E9DDF78B-7CA5-EC2B-8C2C-38CA20A8B729}"/>
          </ac:spMkLst>
        </pc:spChg>
        <pc:spChg chg="mod">
          <ac:chgData name="João Vítor Correia Pessoa" userId="78ef02c7a44822d0" providerId="LiveId" clId="{724A7069-697A-4F53-9E38-5599A9652072}" dt="2025-09-14T23:39:30.856" v="5982"/>
          <ac:spMkLst>
            <pc:docMk/>
            <pc:sldMk cId="1651668329" sldId="305"/>
            <ac:spMk id="14" creationId="{FA1A9304-6C1E-058C-1F6F-85F3E6C64312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15" creationId="{5931D491-8FC6-12B3-9EFB-AA922B3B65D7}"/>
          </ac:spMkLst>
        </pc:spChg>
        <pc:spChg chg="add mod">
          <ac:chgData name="João Vítor Correia Pessoa" userId="78ef02c7a44822d0" providerId="LiveId" clId="{724A7069-697A-4F53-9E38-5599A9652072}" dt="2025-09-14T23:42:56.874" v="6019" actId="1076"/>
          <ac:spMkLst>
            <pc:docMk/>
            <pc:sldMk cId="1651668329" sldId="305"/>
            <ac:spMk id="17" creationId="{385003EA-9721-C991-4012-062D548964C1}"/>
          </ac:spMkLst>
        </pc:spChg>
        <pc:spChg chg="del">
          <ac:chgData name="João Vítor Correia Pessoa" userId="78ef02c7a44822d0" providerId="LiveId" clId="{724A7069-697A-4F53-9E38-5599A9652072}" dt="2025-09-29T00:15:24.514" v="6298" actId="478"/>
          <ac:spMkLst>
            <pc:docMk/>
            <pc:sldMk cId="1651668329" sldId="305"/>
            <ac:spMk id="24" creationId="{496A1ED7-FF3A-C213-DD05-117692E0535F}"/>
          </ac:spMkLst>
        </pc:spChg>
        <pc:spChg chg="mod">
          <ac:chgData name="João Vítor Correia Pessoa" userId="78ef02c7a44822d0" providerId="LiveId" clId="{724A7069-697A-4F53-9E38-5599A9652072}" dt="2025-09-14T23:40:12.006" v="5990"/>
          <ac:spMkLst>
            <pc:docMk/>
            <pc:sldMk cId="1651668329" sldId="305"/>
            <ac:spMk id="26" creationId="{1207C208-3FDD-D8AD-4611-B27EC069D919}"/>
          </ac:spMkLst>
        </pc:spChg>
        <pc:spChg chg="mod">
          <ac:chgData name="João Vítor Correia Pessoa" userId="78ef02c7a44822d0" providerId="LiveId" clId="{724A7069-697A-4F53-9E38-5599A9652072}" dt="2025-09-14T23:40:12.006" v="5990"/>
          <ac:spMkLst>
            <pc:docMk/>
            <pc:sldMk cId="1651668329" sldId="305"/>
            <ac:spMk id="27" creationId="{6DD57F11-78FF-AC53-8F2D-42D5266FFDFB}"/>
          </ac:spMkLst>
        </pc:spChg>
        <pc:spChg chg="mod">
          <ac:chgData name="João Vítor Correia Pessoa" userId="78ef02c7a44822d0" providerId="LiveId" clId="{724A7069-697A-4F53-9E38-5599A9652072}" dt="2025-09-14T23:40:12.006" v="5990"/>
          <ac:spMkLst>
            <pc:docMk/>
            <pc:sldMk cId="1651668329" sldId="305"/>
            <ac:spMk id="29" creationId="{9468D690-7B4C-DE8F-42B1-0375FD2E13FF}"/>
          </ac:spMkLst>
        </pc:spChg>
        <pc:spChg chg="mod">
          <ac:chgData name="João Vítor Correia Pessoa" userId="78ef02c7a44822d0" providerId="LiveId" clId="{724A7069-697A-4F53-9E38-5599A9652072}" dt="2025-09-14T23:40:12.006" v="5990"/>
          <ac:spMkLst>
            <pc:docMk/>
            <pc:sldMk cId="1651668329" sldId="305"/>
            <ac:spMk id="30" creationId="{2E38AA2A-307D-9867-F8B8-2BEDF56FDFBE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32" creationId="{0661B80C-F744-EF81-0249-1C6364596FBC}"/>
          </ac:spMkLst>
        </pc:spChg>
        <pc:spChg chg="mod">
          <ac:chgData name="João Vítor Correia Pessoa" userId="78ef02c7a44822d0" providerId="LiveId" clId="{724A7069-697A-4F53-9E38-5599A9652072}" dt="2025-09-14T23:40:30.831" v="5992"/>
          <ac:spMkLst>
            <pc:docMk/>
            <pc:sldMk cId="1651668329" sldId="305"/>
            <ac:spMk id="41" creationId="{ACDC3947-3BC4-118D-303B-C68574EA6674}"/>
          </ac:spMkLst>
        </pc:spChg>
        <pc:spChg chg="mod">
          <ac:chgData name="João Vítor Correia Pessoa" userId="78ef02c7a44822d0" providerId="LiveId" clId="{724A7069-697A-4F53-9E38-5599A9652072}" dt="2025-09-14T23:40:30.831" v="5992"/>
          <ac:spMkLst>
            <pc:docMk/>
            <pc:sldMk cId="1651668329" sldId="305"/>
            <ac:spMk id="42" creationId="{45612863-6E04-F094-686E-4A28883781C8}"/>
          </ac:spMkLst>
        </pc:spChg>
        <pc:spChg chg="add mod">
          <ac:chgData name="João Vítor Correia Pessoa" userId="78ef02c7a44822d0" providerId="LiveId" clId="{724A7069-697A-4F53-9E38-5599A9652072}" dt="2025-09-14T23:47:15.256" v="6089" actId="21"/>
          <ac:spMkLst>
            <pc:docMk/>
            <pc:sldMk cId="1651668329" sldId="305"/>
            <ac:spMk id="49" creationId="{AA35957A-9B19-0137-1632-3C06B4D32457}"/>
          </ac:spMkLst>
        </pc:spChg>
        <pc:spChg chg="mod">
          <ac:chgData name="João Vítor Correia Pessoa" userId="78ef02c7a44822d0" providerId="LiveId" clId="{724A7069-697A-4F53-9E38-5599A9652072}" dt="2025-09-14T23:46:17.538" v="6073" actId="20577"/>
          <ac:spMkLst>
            <pc:docMk/>
            <pc:sldMk cId="1651668329" sldId="305"/>
            <ac:spMk id="50" creationId="{01315501-5877-C721-6D91-0F18EF249CF5}"/>
          </ac:spMkLst>
        </pc:spChg>
        <pc:spChg chg="mod">
          <ac:chgData name="João Vítor Correia Pessoa" userId="78ef02c7a44822d0" providerId="LiveId" clId="{724A7069-697A-4F53-9E38-5599A9652072}" dt="2025-09-14T23:47:05.408" v="6086"/>
          <ac:spMkLst>
            <pc:docMk/>
            <pc:sldMk cId="1651668329" sldId="305"/>
            <ac:spMk id="51" creationId="{A6F46760-2BC8-07CD-651D-068C422151E9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52" creationId="{FCCA6C2A-EC60-4EB3-F465-854730B1FE1B}"/>
          </ac:spMkLst>
        </pc:spChg>
        <pc:spChg chg="mod">
          <ac:chgData name="João Vítor Correia Pessoa" userId="78ef02c7a44822d0" providerId="LiveId" clId="{724A7069-697A-4F53-9E38-5599A9652072}" dt="2025-09-14T23:46:50.668" v="6082" actId="1076"/>
          <ac:spMkLst>
            <pc:docMk/>
            <pc:sldMk cId="1651668329" sldId="305"/>
            <ac:spMk id="56" creationId="{F0499CA7-BF18-D09F-194D-6FB4EB380FA3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58" creationId="{F7DA3219-88EA-8F36-CF3A-FFEDCE152907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62" creationId="{E0B67ED5-EF38-E329-FAB8-64CCD73DE5E0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63" creationId="{8CFF396C-9F52-DCF1-4C2D-74DC5F7DA111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64" creationId="{A458F778-5904-71F9-914F-ADEA152C0A40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66" creationId="{AD0ECECA-7FF1-0957-55EA-D9CE6C2195BC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67" creationId="{79D00E3E-7B36-84F4-CD0B-85A3DC916B83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69" creationId="{10F7DD4E-F7FD-4A5B-29F8-C96A5E39C971}"/>
          </ac:spMkLst>
        </pc:spChg>
        <pc:spChg chg="mod">
          <ac:chgData name="João Vítor Correia Pessoa" userId="78ef02c7a44822d0" providerId="LiveId" clId="{724A7069-697A-4F53-9E38-5599A9652072}" dt="2025-09-14T23:46:02.379" v="6063"/>
          <ac:spMkLst>
            <pc:docMk/>
            <pc:sldMk cId="1651668329" sldId="305"/>
            <ac:spMk id="70" creationId="{BA400ECE-2212-A225-1987-07CAFB8900A8}"/>
          </ac:spMkLst>
        </pc:spChg>
        <pc:spChg chg="add mod">
          <ac:chgData name="João Vítor Correia Pessoa" userId="78ef02c7a44822d0" providerId="LiveId" clId="{724A7069-697A-4F53-9E38-5599A9652072}" dt="2025-09-14T23:47:27.200" v="6092" actId="1076"/>
          <ac:spMkLst>
            <pc:docMk/>
            <pc:sldMk cId="1651668329" sldId="305"/>
            <ac:spMk id="75" creationId="{CE61C9B8-E2BF-F5C5-A6B7-81DF5A4BBE49}"/>
          </ac:spMkLst>
        </pc:spChg>
        <pc:spChg chg="mod">
          <ac:chgData name="João Vítor Correia Pessoa" userId="78ef02c7a44822d0" providerId="LiveId" clId="{724A7069-697A-4F53-9E38-5599A9652072}" dt="2025-09-14T23:46:52.594" v="6083"/>
          <ac:spMkLst>
            <pc:docMk/>
            <pc:sldMk cId="1651668329" sldId="305"/>
            <ac:spMk id="77" creationId="{FB952F65-55F8-EC9C-058D-B2D2795A8EFF}"/>
          </ac:spMkLst>
        </pc:spChg>
        <pc:spChg chg="mod">
          <ac:chgData name="João Vítor Correia Pessoa" userId="78ef02c7a44822d0" providerId="LiveId" clId="{724A7069-697A-4F53-9E38-5599A9652072}" dt="2025-09-14T23:46:52.594" v="6083"/>
          <ac:spMkLst>
            <pc:docMk/>
            <pc:sldMk cId="1651668329" sldId="305"/>
            <ac:spMk id="78" creationId="{A56AC567-1DA5-48DC-2219-7FBA2350F19B}"/>
          </ac:spMkLst>
        </pc:spChg>
        <pc:grpChg chg="add mod">
          <ac:chgData name="João Vítor Correia Pessoa" userId="78ef02c7a44822d0" providerId="LiveId" clId="{724A7069-697A-4F53-9E38-5599A9652072}" dt="2025-09-14T23:39:34.089" v="5983" actId="1076"/>
          <ac:grpSpMkLst>
            <pc:docMk/>
            <pc:sldMk cId="1651668329" sldId="305"/>
            <ac:grpSpMk id="9" creationId="{F3FA01C0-312C-190A-599B-320E12EA41F4}"/>
          </ac:grpSpMkLst>
        </pc:grpChg>
        <pc:grpChg chg="add mod">
          <ac:chgData name="João Vítor Correia Pessoa" userId="78ef02c7a44822d0" providerId="LiveId" clId="{724A7069-697A-4F53-9E38-5599A9652072}" dt="2025-09-14T23:42:56.874" v="6019" actId="1076"/>
          <ac:grpSpMkLst>
            <pc:docMk/>
            <pc:sldMk cId="1651668329" sldId="305"/>
            <ac:grpSpMk id="12" creationId="{B0ECB9F3-0F7B-CC71-AE76-9A6F2EA879E6}"/>
          </ac:grpSpMkLst>
        </pc:grpChg>
        <pc:grpChg chg="add mod">
          <ac:chgData name="João Vítor Correia Pessoa" userId="78ef02c7a44822d0" providerId="LiveId" clId="{724A7069-697A-4F53-9E38-5599A9652072}" dt="2025-09-14T23:42:56.874" v="6019" actId="1076"/>
          <ac:grpSpMkLst>
            <pc:docMk/>
            <pc:sldMk cId="1651668329" sldId="305"/>
            <ac:grpSpMk id="18" creationId="{9DE79947-CA9D-0DCB-D927-372805291CAC}"/>
          </ac:grpSpMkLst>
        </pc:grpChg>
        <pc:grpChg chg="add mod">
          <ac:chgData name="João Vítor Correia Pessoa" userId="78ef02c7a44822d0" providerId="LiveId" clId="{724A7069-697A-4F53-9E38-5599A9652072}" dt="2025-09-14T23:40:27.737" v="5991" actId="1076"/>
          <ac:grpSpMkLst>
            <pc:docMk/>
            <pc:sldMk cId="1651668329" sldId="305"/>
            <ac:grpSpMk id="28" creationId="{70AF3990-92CD-CA57-145C-7C6F6923653D}"/>
          </ac:grpSpMkLst>
        </pc:grpChg>
        <pc:grpChg chg="add mod">
          <ac:chgData name="João Vítor Correia Pessoa" userId="78ef02c7a44822d0" providerId="LiveId" clId="{724A7069-697A-4F53-9E38-5599A9652072}" dt="2025-09-14T23:42:56.874" v="6019" actId="1076"/>
          <ac:grpSpMkLst>
            <pc:docMk/>
            <pc:sldMk cId="1651668329" sldId="305"/>
            <ac:grpSpMk id="36" creationId="{82FD638B-5A6D-562B-2F7C-09EF66C612DC}"/>
          </ac:grpSpMkLst>
        </pc:grpChg>
        <pc:grpChg chg="mod">
          <ac:chgData name="João Vítor Correia Pessoa" userId="78ef02c7a44822d0" providerId="LiveId" clId="{724A7069-697A-4F53-9E38-5599A9652072}" dt="2025-09-14T23:46:05.936" v="6064" actId="1076"/>
          <ac:grpSpMkLst>
            <pc:docMk/>
            <pc:sldMk cId="1651668329" sldId="305"/>
            <ac:grpSpMk id="60" creationId="{16146AC5-9418-8336-3766-1B6D9FBFED02}"/>
          </ac:grpSpMkLst>
        </pc:grpChg>
        <pc:grpChg chg="mod">
          <ac:chgData name="João Vítor Correia Pessoa" userId="78ef02c7a44822d0" providerId="LiveId" clId="{724A7069-697A-4F53-9E38-5599A9652072}" dt="2025-09-14T23:46:50.668" v="6082" actId="1076"/>
          <ac:grpSpMkLst>
            <pc:docMk/>
            <pc:sldMk cId="1651668329" sldId="305"/>
            <ac:grpSpMk id="65" creationId="{FB1054BC-3B97-0680-73C0-E743E24593CC}"/>
          </ac:grpSpMkLst>
        </pc:grpChg>
        <pc:grpChg chg="mod">
          <ac:chgData name="João Vítor Correia Pessoa" userId="78ef02c7a44822d0" providerId="LiveId" clId="{724A7069-697A-4F53-9E38-5599A9652072}" dt="2025-09-14T23:46:50.668" v="6082" actId="1076"/>
          <ac:grpSpMkLst>
            <pc:docMk/>
            <pc:sldMk cId="1651668329" sldId="305"/>
            <ac:grpSpMk id="68" creationId="{A07B7DB9-F3E8-5D42-2F1F-E2F74E0C6557}"/>
          </ac:grpSpMkLst>
        </pc:grpChg>
        <pc:grpChg chg="add mod">
          <ac:chgData name="João Vítor Correia Pessoa" userId="78ef02c7a44822d0" providerId="LiveId" clId="{724A7069-697A-4F53-9E38-5599A9652072}" dt="2025-09-14T23:46:56.726" v="6084" actId="1076"/>
          <ac:grpSpMkLst>
            <pc:docMk/>
            <pc:sldMk cId="1651668329" sldId="305"/>
            <ac:grpSpMk id="76" creationId="{88A0B69F-61C2-3BED-BAD5-8FA965BA8330}"/>
          </ac:grpSpMkLst>
        </pc:grpChg>
        <pc:picChg chg="add mod">
          <ac:chgData name="João Vítor Correia Pessoa" userId="78ef02c7a44822d0" providerId="LiveId" clId="{724A7069-697A-4F53-9E38-5599A9652072}" dt="2025-09-28T23:52:23.862" v="6145"/>
          <ac:picMkLst>
            <pc:docMk/>
            <pc:sldMk cId="1651668329" sldId="305"/>
            <ac:picMk id="2" creationId="{58632D72-F32B-3CF2-077D-FB751CF27964}"/>
          </ac:picMkLst>
        </pc:picChg>
        <pc:picChg chg="add mod">
          <ac:chgData name="João Vítor Correia Pessoa" userId="78ef02c7a44822d0" providerId="LiveId" clId="{724A7069-697A-4F53-9E38-5599A9652072}" dt="2025-09-28T23:52:23.862" v="6145"/>
          <ac:picMkLst>
            <pc:docMk/>
            <pc:sldMk cId="1651668329" sldId="305"/>
            <ac:picMk id="4" creationId="{901396B0-0F40-243C-8449-23E74650708B}"/>
          </ac:picMkLst>
        </pc:picChg>
        <pc:picChg chg="add mod">
          <ac:chgData name="João Vítor Correia Pessoa" userId="78ef02c7a44822d0" providerId="LiveId" clId="{724A7069-697A-4F53-9E38-5599A9652072}" dt="2025-09-14T23:50:54.753" v="6104" actId="1076"/>
          <ac:picMkLst>
            <pc:docMk/>
            <pc:sldMk cId="1651668329" sldId="305"/>
            <ac:picMk id="9218" creationId="{18540405-0BA0-3795-FC4A-FDE6B33A55E1}"/>
          </ac:picMkLst>
        </pc:picChg>
      </pc:sldChg>
      <pc:sldChg chg="add del setBg">
        <pc:chgData name="João Vítor Correia Pessoa" userId="78ef02c7a44822d0" providerId="LiveId" clId="{724A7069-697A-4F53-9E38-5599A9652072}" dt="2025-09-14T23:20:19.446" v="5742"/>
        <pc:sldMkLst>
          <pc:docMk/>
          <pc:sldMk cId="3728286500" sldId="305"/>
        </pc:sldMkLst>
      </pc:sldChg>
      <pc:sldChg chg="addSp delSp modSp add mod">
        <pc:chgData name="João Vítor Correia Pessoa" userId="78ef02c7a44822d0" providerId="LiveId" clId="{724A7069-697A-4F53-9E38-5599A9652072}" dt="2025-09-29T00:23:35.628" v="6428" actId="20577"/>
        <pc:sldMkLst>
          <pc:docMk/>
          <pc:sldMk cId="2168448925" sldId="306"/>
        </pc:sldMkLst>
        <pc:spChg chg="add mod">
          <ac:chgData name="João Vítor Correia Pessoa" userId="78ef02c7a44822d0" providerId="LiveId" clId="{724A7069-697A-4F53-9E38-5599A9652072}" dt="2025-09-29T00:23:35.628" v="6428" actId="20577"/>
          <ac:spMkLst>
            <pc:docMk/>
            <pc:sldMk cId="2168448925" sldId="306"/>
            <ac:spMk id="4" creationId="{E2CC3102-1DC2-C3ED-265D-1D66F2D27A97}"/>
          </ac:spMkLst>
        </pc:spChg>
        <pc:spChg chg="del">
          <ac:chgData name="João Vítor Correia Pessoa" userId="78ef02c7a44822d0" providerId="LiveId" clId="{724A7069-697A-4F53-9E38-5599A9652072}" dt="2025-09-29T00:15:31.049" v="6302" actId="478"/>
          <ac:spMkLst>
            <pc:docMk/>
            <pc:sldMk cId="2168448925" sldId="306"/>
            <ac:spMk id="24" creationId="{0D4BC8AF-950E-256D-B212-4EF5BABC985C}"/>
          </ac:spMkLst>
        </pc:spChg>
        <pc:picChg chg="add mod">
          <ac:chgData name="João Vítor Correia Pessoa" userId="78ef02c7a44822d0" providerId="LiveId" clId="{724A7069-697A-4F53-9E38-5599A9652072}" dt="2025-09-28T23:52:25.431" v="6146"/>
          <ac:picMkLst>
            <pc:docMk/>
            <pc:sldMk cId="2168448925" sldId="306"/>
            <ac:picMk id="2" creationId="{9A5453A7-5472-2D0D-CF9A-95E4BC520956}"/>
          </ac:picMkLst>
        </pc:picChg>
        <pc:picChg chg="add mod">
          <ac:chgData name="João Vítor Correia Pessoa" userId="78ef02c7a44822d0" providerId="LiveId" clId="{724A7069-697A-4F53-9E38-5599A9652072}" dt="2025-09-28T23:52:25.431" v="6146"/>
          <ac:picMkLst>
            <pc:docMk/>
            <pc:sldMk cId="2168448925" sldId="306"/>
            <ac:picMk id="3" creationId="{476EC410-95EF-74F3-3D6C-5E273D9B2132}"/>
          </ac:picMkLst>
        </pc:picChg>
      </pc:sldChg>
      <pc:sldChg chg="addSp delSp modSp add mod">
        <pc:chgData name="João Vítor Correia Pessoa" userId="78ef02c7a44822d0" providerId="LiveId" clId="{724A7069-697A-4F53-9E38-5599A9652072}" dt="2025-09-29T00:23:28.955" v="6424" actId="20577"/>
        <pc:sldMkLst>
          <pc:docMk/>
          <pc:sldMk cId="3942796911" sldId="307"/>
        </pc:sldMkLst>
        <pc:spChg chg="mod">
          <ac:chgData name="João Vítor Correia Pessoa" userId="78ef02c7a44822d0" providerId="LiveId" clId="{724A7069-697A-4F53-9E38-5599A9652072}" dt="2025-09-29T00:23:28.955" v="6424" actId="20577"/>
          <ac:spMkLst>
            <pc:docMk/>
            <pc:sldMk cId="3942796911" sldId="307"/>
            <ac:spMk id="24" creationId="{CBD4971D-A034-60CF-BBEF-86BA480F3BD2}"/>
          </ac:spMkLst>
        </pc:spChg>
        <pc:spChg chg="mod">
          <ac:chgData name="João Vítor Correia Pessoa" userId="78ef02c7a44822d0" providerId="LiveId" clId="{724A7069-697A-4F53-9E38-5599A9652072}" dt="2025-09-14T23:43:42.053" v="6031" actId="20577"/>
          <ac:spMkLst>
            <pc:docMk/>
            <pc:sldMk cId="3942796911" sldId="307"/>
            <ac:spMk id="35" creationId="{D03C3431-0736-4B17-06F0-BF789ECC0D58}"/>
          </ac:spMkLst>
        </pc:spChg>
        <pc:grpChg chg="add mod">
          <ac:chgData name="João Vítor Correia Pessoa" userId="78ef02c7a44822d0" providerId="LiveId" clId="{724A7069-697A-4F53-9E38-5599A9652072}" dt="2025-09-14T23:45:05.419" v="6053" actId="164"/>
          <ac:grpSpMkLst>
            <pc:docMk/>
            <pc:sldMk cId="3942796911" sldId="307"/>
            <ac:grpSpMk id="8" creationId="{C52F31B1-FEE9-9F65-80C8-EFE17BA9ED5A}"/>
          </ac:grpSpMkLst>
        </pc:grpChg>
        <pc:picChg chg="add mod">
          <ac:chgData name="João Vítor Correia Pessoa" userId="78ef02c7a44822d0" providerId="LiveId" clId="{724A7069-697A-4F53-9E38-5599A9652072}" dt="2025-09-28T23:52:22.527" v="6144"/>
          <ac:picMkLst>
            <pc:docMk/>
            <pc:sldMk cId="3942796911" sldId="307"/>
            <ac:picMk id="2" creationId="{C48F00DC-9A53-C50A-A53F-FEAF9E12ACD4}"/>
          </ac:picMkLst>
        </pc:picChg>
        <pc:picChg chg="add mod">
          <ac:chgData name="João Vítor Correia Pessoa" userId="78ef02c7a44822d0" providerId="LiveId" clId="{724A7069-697A-4F53-9E38-5599A9652072}" dt="2025-09-14T23:45:05.419" v="6053" actId="164"/>
          <ac:picMkLst>
            <pc:docMk/>
            <pc:sldMk cId="3942796911" sldId="307"/>
            <ac:picMk id="3" creationId="{D4E9247E-41C9-EAF2-DA4A-3FE47E72DE7E}"/>
          </ac:picMkLst>
        </pc:picChg>
        <pc:picChg chg="add mod">
          <ac:chgData name="João Vítor Correia Pessoa" userId="78ef02c7a44822d0" providerId="LiveId" clId="{724A7069-697A-4F53-9E38-5599A9652072}" dt="2025-09-28T23:52:22.527" v="6144"/>
          <ac:picMkLst>
            <pc:docMk/>
            <pc:sldMk cId="3942796911" sldId="307"/>
            <ac:picMk id="4" creationId="{2BB9CAE7-59E2-EAAE-9BF7-A7FDD868A749}"/>
          </ac:picMkLst>
        </pc:picChg>
        <pc:picChg chg="add mod">
          <ac:chgData name="João Vítor Correia Pessoa" userId="78ef02c7a44822d0" providerId="LiveId" clId="{724A7069-697A-4F53-9E38-5599A9652072}" dt="2025-09-14T23:45:05.419" v="6053" actId="164"/>
          <ac:picMkLst>
            <pc:docMk/>
            <pc:sldMk cId="3942796911" sldId="307"/>
            <ac:picMk id="7" creationId="{6659217C-5087-E622-9D3C-8B8DBE5A17D3}"/>
          </ac:picMkLst>
        </pc:picChg>
      </pc:sldChg>
      <pc:sldChg chg="addSp delSp modSp add mod">
        <pc:chgData name="João Vítor Correia Pessoa" userId="78ef02c7a44822d0" providerId="LiveId" clId="{724A7069-697A-4F53-9E38-5599A9652072}" dt="2025-09-29T00:39:05.953" v="6678" actId="21"/>
        <pc:sldMkLst>
          <pc:docMk/>
          <pc:sldMk cId="991645372" sldId="308"/>
        </pc:sldMkLst>
        <pc:spChg chg="mod">
          <ac:chgData name="João Vítor Correia Pessoa" userId="78ef02c7a44822d0" providerId="LiveId" clId="{724A7069-697A-4F53-9E38-5599A9652072}" dt="2025-09-28T23:59:33.405" v="6213" actId="20577"/>
          <ac:spMkLst>
            <pc:docMk/>
            <pc:sldMk cId="991645372" sldId="308"/>
            <ac:spMk id="3" creationId="{3FB7B0A7-22D9-7E0C-94E6-A5301A16A2D8}"/>
          </ac:spMkLst>
        </pc:spChg>
        <pc:spChg chg="add del mod">
          <ac:chgData name="João Vítor Correia Pessoa" userId="78ef02c7a44822d0" providerId="LiveId" clId="{724A7069-697A-4F53-9E38-5599A9652072}" dt="2025-09-29T00:30:37.159" v="6458" actId="20577"/>
          <ac:spMkLst>
            <pc:docMk/>
            <pc:sldMk cId="991645372" sldId="308"/>
            <ac:spMk id="4" creationId="{694EC318-B13B-9634-9523-900E11852B7B}"/>
          </ac:spMkLst>
        </pc:spChg>
        <pc:spChg chg="add mod">
          <ac:chgData name="João Vítor Correia Pessoa" userId="78ef02c7a44822d0" providerId="LiveId" clId="{724A7069-697A-4F53-9E38-5599A9652072}" dt="2025-09-28T23:54:22.539" v="6161" actId="207"/>
          <ac:spMkLst>
            <pc:docMk/>
            <pc:sldMk cId="991645372" sldId="308"/>
            <ac:spMk id="6" creationId="{83887393-0927-D29B-F1ED-F2C0B388440D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7" creationId="{99262C58-8CFA-4BB7-AD33-60E44C74CB8F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8" creationId="{1E8F8D86-CF74-F9AB-2B23-FDC7899569F4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9" creationId="{3457B166-AB48-7EB0-1297-9D063C2538BF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10" creationId="{9F75C9D1-42C9-8CE9-8D95-2E3D6034077D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12" creationId="{862059CC-86A5-5B27-5468-6204545F262A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14" creationId="{8A9229AA-C149-B1DE-CE01-A68952628F73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15" creationId="{A603C569-FA5D-6ABA-9F7A-90DD84BA2B9F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16" creationId="{93C51456-C235-0FA5-1A1D-F2029E6BADE4}"/>
          </ac:spMkLst>
        </pc:spChg>
        <pc:spChg chg="mod">
          <ac:chgData name="João Vítor Correia Pessoa" userId="78ef02c7a44822d0" providerId="LiveId" clId="{724A7069-697A-4F53-9E38-5599A9652072}" dt="2025-09-28T23:57:21.722" v="6193" actId="1036"/>
          <ac:spMkLst>
            <pc:docMk/>
            <pc:sldMk cId="991645372" sldId="308"/>
            <ac:spMk id="33" creationId="{B95CBF78-43A2-9A05-6980-024EA992697A}"/>
          </ac:spMkLst>
        </pc:spChg>
        <pc:spChg chg="add mod">
          <ac:chgData name="João Vítor Correia Pessoa" userId="78ef02c7a44822d0" providerId="LiveId" clId="{724A7069-697A-4F53-9E38-5599A9652072}" dt="2025-09-28T23:57:21.722" v="6193" actId="1036"/>
          <ac:spMkLst>
            <pc:docMk/>
            <pc:sldMk cId="991645372" sldId="308"/>
            <ac:spMk id="35" creationId="{8251992B-C477-3F5D-5744-8301C167C38D}"/>
          </ac:spMkLst>
        </pc:spChg>
        <pc:spChg chg="add mod">
          <ac:chgData name="João Vítor Correia Pessoa" userId="78ef02c7a44822d0" providerId="LiveId" clId="{724A7069-697A-4F53-9E38-5599A9652072}" dt="2025-09-28T23:57:21.722" v="6193" actId="1036"/>
          <ac:spMkLst>
            <pc:docMk/>
            <pc:sldMk cId="991645372" sldId="308"/>
            <ac:spMk id="37" creationId="{BA9B2582-5DEF-F1CF-64B8-09E3FD749053}"/>
          </ac:spMkLst>
        </pc:spChg>
        <pc:spChg chg="mod">
          <ac:chgData name="João Vítor Correia Pessoa" userId="78ef02c7a44822d0" providerId="LiveId" clId="{724A7069-697A-4F53-9E38-5599A9652072}" dt="2025-09-28T23:57:21.722" v="6193" actId="1036"/>
          <ac:spMkLst>
            <pc:docMk/>
            <pc:sldMk cId="991645372" sldId="308"/>
            <ac:spMk id="49" creationId="{B67573D3-0E38-5D0F-C06F-390AFA45BB2C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53" creationId="{18A1FD7D-6515-95D4-4F36-6031328D75F6}"/>
          </ac:spMkLst>
        </pc:spChg>
        <pc:spChg chg="del">
          <ac:chgData name="João Vítor Correia Pessoa" userId="78ef02c7a44822d0" providerId="LiveId" clId="{724A7069-697A-4F53-9E38-5599A9652072}" dt="2025-09-28T23:53:23.571" v="6150" actId="478"/>
          <ac:spMkLst>
            <pc:docMk/>
            <pc:sldMk cId="991645372" sldId="308"/>
            <ac:spMk id="54" creationId="{309DC858-810D-3D34-8C96-FB89515C5B5C}"/>
          </ac:spMkLst>
        </pc:spChg>
        <pc:spChg chg="add mod">
          <ac:chgData name="João Vítor Correia Pessoa" userId="78ef02c7a44822d0" providerId="LiveId" clId="{724A7069-697A-4F53-9E38-5599A9652072}" dt="2025-09-28T23:57:38.825" v="6194" actId="1076"/>
          <ac:spMkLst>
            <pc:docMk/>
            <pc:sldMk cId="991645372" sldId="308"/>
            <ac:spMk id="58" creationId="{A3DC0BF7-197C-F084-592A-3D89DBB9382B}"/>
          </ac:spMkLst>
        </pc:spChg>
        <pc:spChg chg="mod">
          <ac:chgData name="João Vítor Correia Pessoa" userId="78ef02c7a44822d0" providerId="LiveId" clId="{724A7069-697A-4F53-9E38-5599A9652072}" dt="2025-09-28T23:58:10.845" v="6204" actId="14100"/>
          <ac:spMkLst>
            <pc:docMk/>
            <pc:sldMk cId="991645372" sldId="308"/>
            <ac:spMk id="59" creationId="{E4BC4CEB-9C8A-E14D-6350-1DAECF910848}"/>
          </ac:spMkLst>
        </pc:spChg>
        <pc:spChg chg="add mod">
          <ac:chgData name="João Vítor Correia Pessoa" userId="78ef02c7a44822d0" providerId="LiveId" clId="{724A7069-697A-4F53-9E38-5599A9652072}" dt="2025-09-28T23:57:59.385" v="6197" actId="21"/>
          <ac:spMkLst>
            <pc:docMk/>
            <pc:sldMk cId="991645372" sldId="308"/>
            <ac:spMk id="60" creationId="{9544A71F-B1EA-7B4E-7C0D-B864FFCB47BD}"/>
          </ac:spMkLst>
        </pc:spChg>
        <pc:spChg chg="add mod">
          <ac:chgData name="João Vítor Correia Pessoa" userId="78ef02c7a44822d0" providerId="LiveId" clId="{724A7069-697A-4F53-9E38-5599A9652072}" dt="2025-09-29T00:33:49.317" v="6474" actId="20577"/>
          <ac:spMkLst>
            <pc:docMk/>
            <pc:sldMk cId="991645372" sldId="308"/>
            <ac:spMk id="61" creationId="{992F890A-1A06-87EB-E515-BC303D96CE10}"/>
          </ac:spMkLst>
        </pc:spChg>
        <pc:spChg chg="del mod">
          <ac:chgData name="João Vítor Correia Pessoa" userId="78ef02c7a44822d0" providerId="LiveId" clId="{724A7069-697A-4F53-9E38-5599A9652072}" dt="2025-09-29T00:33:52.340" v="6475" actId="478"/>
          <ac:spMkLst>
            <pc:docMk/>
            <pc:sldMk cId="991645372" sldId="308"/>
            <ac:spMk id="62" creationId="{0E318E3F-41E3-F76B-0612-16DEFDC92EE7}"/>
          </ac:spMkLst>
        </pc:spChg>
        <pc:spChg chg="add 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63" creationId="{829A3C05-2535-41D2-97DD-017BD963F87F}"/>
          </ac:spMkLst>
        </pc:spChg>
        <pc:spChg chg="add 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64" creationId="{58E5883D-BC83-ADC9-B9BE-3918EBAFA044}"/>
          </ac:spMkLst>
        </pc:spChg>
        <pc:spChg chg="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65" creationId="{537418F5-9571-5863-FF42-2DF5C5DABA2F}"/>
          </ac:spMkLst>
        </pc:spChg>
        <pc:spChg chg="add 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66" creationId="{F976DF3D-E0F8-2E7D-AA43-ECE57A548622}"/>
          </ac:spMkLst>
        </pc:spChg>
        <pc:spChg chg="add 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67" creationId="{8B7E64C1-8BC9-69FE-6B94-1F0FB0FDC277}"/>
          </ac:spMkLst>
        </pc:spChg>
        <pc:spChg chg="add 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68" creationId="{6399DB17-5443-E52B-E88F-D58378ECB69D}"/>
          </ac:spMkLst>
        </pc:spChg>
        <pc:spChg chg="add 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1" creationId="{ABB2452E-B88C-8C2B-699A-6E88EF6D9188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2" creationId="{28EA022B-C363-55EA-975D-FA0C508412C6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3" creationId="{31ECDFB2-5A67-1D7A-F5E6-5CA86ED90B69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4" creationId="{A63E1182-8582-0570-7263-8648806DE807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5" creationId="{98A8FAE7-FC2E-D457-EAB4-513AC3259303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6" creationId="{97791489-520B-1D33-B9C8-BBFDC7BC5C30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77" creationId="{DAA0C1FB-3D32-05C5-33D9-F57249C2921F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81" creationId="{7CC38844-28A2-B69E-5265-103B4104B120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84" creationId="{E1FB6413-1D03-2A75-2B0D-8545A092ED21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87" creationId="{6DFDAB65-128A-5ACB-3037-60F1706583FC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93" creationId="{C0B01A06-265A-A2CD-1E7D-B9F95228F30F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101" creationId="{A3868F5D-CA6C-6D1B-6257-6DB8FE2176D1}"/>
          </ac:spMkLst>
        </pc:spChg>
        <pc:spChg chg="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104" creationId="{D05C1149-8CEF-90E6-C39A-8977AB783156}"/>
          </ac:spMkLst>
        </pc:spChg>
        <pc:spChg chg="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106" creationId="{E1FB1F9A-2152-D218-2FA5-C0D0526F65A2}"/>
          </ac:spMkLst>
        </pc:spChg>
        <pc:spChg chg="add mod">
          <ac:chgData name="João Vítor Correia Pessoa" userId="78ef02c7a44822d0" providerId="LiveId" clId="{724A7069-697A-4F53-9E38-5599A9652072}" dt="2025-09-28T23:53:48.490" v="6156"/>
          <ac:spMkLst>
            <pc:docMk/>
            <pc:sldMk cId="991645372" sldId="308"/>
            <ac:spMk id="110" creationId="{259B65D1-DE29-B51E-EAE1-29B83FA0A68C}"/>
          </ac:spMkLst>
        </pc:spChg>
        <pc:spChg chg="add del mod">
          <ac:chgData name="João Vítor Correia Pessoa" userId="78ef02c7a44822d0" providerId="LiveId" clId="{724A7069-697A-4F53-9E38-5599A9652072}" dt="2025-09-28T23:59:15.766" v="6211" actId="478"/>
          <ac:spMkLst>
            <pc:docMk/>
            <pc:sldMk cId="991645372" sldId="308"/>
            <ac:spMk id="111" creationId="{A1F5FBCE-3DC8-688C-A782-CEFDDD3C6EAC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16" creationId="{81D33946-47EB-7E5A-3B62-CB60BC14C6FC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17" creationId="{C8E51A1B-8553-94A5-2E3A-1D75E346BCFB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19" creationId="{E4FC7D83-5749-1DF2-454C-50F76A9675AF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20" creationId="{A73B5C94-4FD7-77B5-40B9-26DE244302B9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22" creationId="{6986E4A7-920F-2A02-8C0D-CC78CC4E076B}"/>
          </ac:spMkLst>
        </pc:spChg>
        <pc:spChg chg="mod">
          <ac:chgData name="João Vítor Correia Pessoa" userId="78ef02c7a44822d0" providerId="LiveId" clId="{724A7069-697A-4F53-9E38-5599A9652072}" dt="2025-09-28T23:54:29.143" v="6162"/>
          <ac:spMkLst>
            <pc:docMk/>
            <pc:sldMk cId="991645372" sldId="308"/>
            <ac:spMk id="123" creationId="{4CF0BECE-5B15-B3A7-5B82-DE817C4D2CB4}"/>
          </ac:spMkLst>
        </pc:spChg>
        <pc:spChg chg="mod topLvl">
          <ac:chgData name="João Vítor Correia Pessoa" userId="78ef02c7a44822d0" providerId="LiveId" clId="{724A7069-697A-4F53-9E38-5599A9652072}" dt="2025-09-28T23:57:10.653" v="6188" actId="465"/>
          <ac:spMkLst>
            <pc:docMk/>
            <pc:sldMk cId="991645372" sldId="308"/>
            <ac:spMk id="125" creationId="{CAE2C8FF-9BFE-93E4-FE61-7ECB041CF5D7}"/>
          </ac:spMkLst>
        </pc:spChg>
        <pc:spChg chg="del mod topLvl">
          <ac:chgData name="João Vítor Correia Pessoa" userId="78ef02c7a44822d0" providerId="LiveId" clId="{724A7069-697A-4F53-9E38-5599A9652072}" dt="2025-09-28T23:55:14.616" v="6172" actId="478"/>
          <ac:spMkLst>
            <pc:docMk/>
            <pc:sldMk cId="991645372" sldId="308"/>
            <ac:spMk id="126" creationId="{DC479002-3322-E36C-F9DB-DFFAC82EF43B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28" creationId="{39E02E77-D70A-1206-C40C-53C89FFEF2E9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29" creationId="{E6529086-DD5E-89E2-8634-DB8AD3FB86FB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31" creationId="{211806B6-5B2E-F82E-8E65-1E9A15BAFD24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32" creationId="{4F2286CE-22BE-D5EE-313B-377D09C7CF5F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34" creationId="{695544EC-4F4E-F9B7-B47B-0D274A75B370}"/>
          </ac:spMkLst>
        </pc:spChg>
        <pc:spChg chg="mod">
          <ac:chgData name="João Vítor Correia Pessoa" userId="78ef02c7a44822d0" providerId="LiveId" clId="{724A7069-697A-4F53-9E38-5599A9652072}" dt="2025-09-28T23:55:47.543" v="6176"/>
          <ac:spMkLst>
            <pc:docMk/>
            <pc:sldMk cId="991645372" sldId="308"/>
            <ac:spMk id="135" creationId="{C1191FFF-7D74-9CF4-C07F-6AD5BD608D92}"/>
          </ac:spMkLst>
        </pc:spChg>
        <pc:spChg chg="add mod">
          <ac:chgData name="João Vítor Correia Pessoa" userId="78ef02c7a44822d0" providerId="LiveId" clId="{724A7069-697A-4F53-9E38-5599A9652072}" dt="2025-09-29T00:34:14.548" v="6478" actId="1076"/>
          <ac:spMkLst>
            <pc:docMk/>
            <pc:sldMk cId="991645372" sldId="308"/>
            <ac:spMk id="136" creationId="{E3A0ED85-81CA-63E9-480F-C8F7E4FC6784}"/>
          </ac:spMkLst>
        </pc:spChg>
        <pc:spChg chg="mod">
          <ac:chgData name="João Vítor Correia Pessoa" userId="78ef02c7a44822d0" providerId="LiveId" clId="{724A7069-697A-4F53-9E38-5599A9652072}" dt="2025-09-28T23:56:22.869" v="6181"/>
          <ac:spMkLst>
            <pc:docMk/>
            <pc:sldMk cId="991645372" sldId="308"/>
            <ac:spMk id="138" creationId="{589ED5FD-14AF-9A91-2EF1-56C397892E9C}"/>
          </ac:spMkLst>
        </pc:spChg>
        <pc:spChg chg="mod">
          <ac:chgData name="João Vítor Correia Pessoa" userId="78ef02c7a44822d0" providerId="LiveId" clId="{724A7069-697A-4F53-9E38-5599A9652072}" dt="2025-09-28T23:56:22.869" v="6181"/>
          <ac:spMkLst>
            <pc:docMk/>
            <pc:sldMk cId="991645372" sldId="308"/>
            <ac:spMk id="139" creationId="{1549D8E9-F6C8-C9B3-E6BD-4A26442E94C6}"/>
          </ac:spMkLst>
        </pc:spChg>
        <pc:spChg chg="mod">
          <ac:chgData name="João Vítor Correia Pessoa" userId="78ef02c7a44822d0" providerId="LiveId" clId="{724A7069-697A-4F53-9E38-5599A9652072}" dt="2025-09-28T23:56:22.869" v="6181"/>
          <ac:spMkLst>
            <pc:docMk/>
            <pc:sldMk cId="991645372" sldId="308"/>
            <ac:spMk id="141" creationId="{74E2B2E6-4960-192D-6760-0467D72C23B2}"/>
          </ac:spMkLst>
        </pc:spChg>
        <pc:spChg chg="mod">
          <ac:chgData name="João Vítor Correia Pessoa" userId="78ef02c7a44822d0" providerId="LiveId" clId="{724A7069-697A-4F53-9E38-5599A9652072}" dt="2025-09-28T23:56:22.869" v="6181"/>
          <ac:spMkLst>
            <pc:docMk/>
            <pc:sldMk cId="991645372" sldId="308"/>
            <ac:spMk id="142" creationId="{0DE73469-F60E-7D63-4FA6-45951D4BE01B}"/>
          </ac:spMkLst>
        </pc:spChg>
        <pc:spChg chg="del mod topLvl">
          <ac:chgData name="João Vítor Correia Pessoa" userId="78ef02c7a44822d0" providerId="LiveId" clId="{724A7069-697A-4F53-9E38-5599A9652072}" dt="2025-09-29T00:33:58.532" v="6477" actId="478"/>
          <ac:spMkLst>
            <pc:docMk/>
            <pc:sldMk cId="991645372" sldId="308"/>
            <ac:spMk id="144" creationId="{746A3B7E-BE48-B80D-F56F-BB4DEAFF4A84}"/>
          </ac:spMkLst>
        </pc:spChg>
        <pc:spChg chg="del mod topLvl">
          <ac:chgData name="João Vítor Correia Pessoa" userId="78ef02c7a44822d0" providerId="LiveId" clId="{724A7069-697A-4F53-9E38-5599A9652072}" dt="2025-09-28T23:56:39.119" v="6186" actId="478"/>
          <ac:spMkLst>
            <pc:docMk/>
            <pc:sldMk cId="991645372" sldId="308"/>
            <ac:spMk id="145" creationId="{22ED6919-C9CC-7C98-6022-59747ECBB1B2}"/>
          </ac:spMkLst>
        </pc:spChg>
        <pc:spChg chg="add del mod">
          <ac:chgData name="João Vítor Correia Pessoa" userId="78ef02c7a44822d0" providerId="LiveId" clId="{724A7069-697A-4F53-9E38-5599A9652072}" dt="2025-09-29T00:38:54.417" v="6644" actId="478"/>
          <ac:spMkLst>
            <pc:docMk/>
            <pc:sldMk cId="991645372" sldId="308"/>
            <ac:spMk id="152" creationId="{ABF90B75-95B2-6ED0-6CFB-337E5B5371D5}"/>
          </ac:spMkLst>
        </pc:spChg>
        <pc:grpChg chg="add mod">
          <ac:chgData name="João Vítor Correia Pessoa" userId="78ef02c7a44822d0" providerId="LiveId" clId="{724A7069-697A-4F53-9E38-5599A9652072}" dt="2025-09-28T23:54:54.623" v="6168" actId="1076"/>
          <ac:grpSpMkLst>
            <pc:docMk/>
            <pc:sldMk cId="991645372" sldId="308"/>
            <ac:grpSpMk id="115" creationId="{DA05B509-C62B-2FCA-357B-2BD51817B7C9}"/>
          </ac:grpSpMkLst>
        </pc:grpChg>
        <pc:grpChg chg="add mod">
          <ac:chgData name="João Vítor Correia Pessoa" userId="78ef02c7a44822d0" providerId="LiveId" clId="{724A7069-697A-4F53-9E38-5599A9652072}" dt="2025-09-28T23:57:10.653" v="6188" actId="465"/>
          <ac:grpSpMkLst>
            <pc:docMk/>
            <pc:sldMk cId="991645372" sldId="308"/>
            <ac:grpSpMk id="118" creationId="{A663B766-A0D0-3A8B-7E7A-6928F1D5A154}"/>
          </ac:grpSpMkLst>
        </pc:grpChg>
        <pc:grpChg chg="add del mod">
          <ac:chgData name="João Vítor Correia Pessoa" userId="78ef02c7a44822d0" providerId="LiveId" clId="{724A7069-697A-4F53-9E38-5599A9652072}" dt="2025-09-28T23:57:10.653" v="6188" actId="465"/>
          <ac:grpSpMkLst>
            <pc:docMk/>
            <pc:sldMk cId="991645372" sldId="308"/>
            <ac:grpSpMk id="121" creationId="{402420F1-B456-F61E-ED94-0A41A4B5CBC5}"/>
          </ac:grpSpMkLst>
        </pc:grpChg>
        <pc:grpChg chg="add del mod">
          <ac:chgData name="João Vítor Correia Pessoa" userId="78ef02c7a44822d0" providerId="LiveId" clId="{724A7069-697A-4F53-9E38-5599A9652072}" dt="2025-09-28T23:55:14.616" v="6172" actId="478"/>
          <ac:grpSpMkLst>
            <pc:docMk/>
            <pc:sldMk cId="991645372" sldId="308"/>
            <ac:grpSpMk id="124" creationId="{084BCE7C-5A67-1941-F3F2-D705A2A74F80}"/>
          </ac:grpSpMkLst>
        </pc:grpChg>
        <pc:grpChg chg="add mod">
          <ac:chgData name="João Vítor Correia Pessoa" userId="78ef02c7a44822d0" providerId="LiveId" clId="{724A7069-697A-4F53-9E38-5599A9652072}" dt="2025-09-29T00:34:14.548" v="6478" actId="1076"/>
          <ac:grpSpMkLst>
            <pc:docMk/>
            <pc:sldMk cId="991645372" sldId="308"/>
            <ac:grpSpMk id="127" creationId="{89624BF6-B58F-CC41-316F-497B1C86BFC4}"/>
          </ac:grpSpMkLst>
        </pc:grpChg>
        <pc:grpChg chg="add mod">
          <ac:chgData name="João Vítor Correia Pessoa" userId="78ef02c7a44822d0" providerId="LiveId" clId="{724A7069-697A-4F53-9E38-5599A9652072}" dt="2025-09-29T00:34:14.548" v="6478" actId="1076"/>
          <ac:grpSpMkLst>
            <pc:docMk/>
            <pc:sldMk cId="991645372" sldId="308"/>
            <ac:grpSpMk id="130" creationId="{AA5D47E6-6910-CE9F-5004-D695CBC797E7}"/>
          </ac:grpSpMkLst>
        </pc:grpChg>
        <pc:grpChg chg="add mod">
          <ac:chgData name="João Vítor Correia Pessoa" userId="78ef02c7a44822d0" providerId="LiveId" clId="{724A7069-697A-4F53-9E38-5599A9652072}" dt="2025-09-29T00:34:14.548" v="6478" actId="1076"/>
          <ac:grpSpMkLst>
            <pc:docMk/>
            <pc:sldMk cId="991645372" sldId="308"/>
            <ac:grpSpMk id="133" creationId="{E61DC8D2-1C41-72CC-780C-ADD5429D7517}"/>
          </ac:grpSpMkLst>
        </pc:grpChg>
        <pc:grpChg chg="add mod">
          <ac:chgData name="João Vítor Correia Pessoa" userId="78ef02c7a44822d0" providerId="LiveId" clId="{724A7069-697A-4F53-9E38-5599A9652072}" dt="2025-09-28T23:57:38.825" v="6194" actId="1076"/>
          <ac:grpSpMkLst>
            <pc:docMk/>
            <pc:sldMk cId="991645372" sldId="308"/>
            <ac:grpSpMk id="137" creationId="{038DDE63-6048-5313-AA6A-F0517EBCE9B1}"/>
          </ac:grpSpMkLst>
        </pc:grpChg>
        <pc:grpChg chg="add mod">
          <ac:chgData name="João Vítor Correia Pessoa" userId="78ef02c7a44822d0" providerId="LiveId" clId="{724A7069-697A-4F53-9E38-5599A9652072}" dt="2025-09-28T23:57:38.825" v="6194" actId="1076"/>
          <ac:grpSpMkLst>
            <pc:docMk/>
            <pc:sldMk cId="991645372" sldId="308"/>
            <ac:grpSpMk id="140" creationId="{57002DE1-36B0-1148-A8DA-86FAF0E5820F}"/>
          </ac:grpSpMkLst>
        </pc:grpChg>
        <pc:grpChg chg="add del mod">
          <ac:chgData name="João Vítor Correia Pessoa" userId="78ef02c7a44822d0" providerId="LiveId" clId="{724A7069-697A-4F53-9E38-5599A9652072}" dt="2025-09-28T23:56:39.119" v="6186" actId="478"/>
          <ac:grpSpMkLst>
            <pc:docMk/>
            <pc:sldMk cId="991645372" sldId="308"/>
            <ac:grpSpMk id="143" creationId="{539CC2A0-29A0-9435-4046-3980DA58840B}"/>
          </ac:grpSpMkLst>
        </pc:grpChg>
        <pc:grpChg chg="add del mod">
          <ac:chgData name="João Vítor Correia Pessoa" userId="78ef02c7a44822d0" providerId="LiveId" clId="{724A7069-697A-4F53-9E38-5599A9652072}" dt="2025-09-29T00:39:05.953" v="6678" actId="21"/>
          <ac:grpSpMkLst>
            <pc:docMk/>
            <pc:sldMk cId="991645372" sldId="308"/>
            <ac:grpSpMk id="146" creationId="{00AD298A-5DC0-AB82-C3FA-FAAC3E910C6B}"/>
          </ac:grpSpMkLst>
        </pc:grpChg>
        <pc:picChg chg="mod">
          <ac:chgData name="João Vítor Correia Pessoa" userId="78ef02c7a44822d0" providerId="LiveId" clId="{724A7069-697A-4F53-9E38-5599A9652072}" dt="2025-09-29T00:16:33.222" v="6324"/>
          <ac:picMkLst>
            <pc:docMk/>
            <pc:sldMk cId="991645372" sldId="308"/>
            <ac:picMk id="147" creationId="{2051E25A-275E-C608-1AB0-AAE3B16B4349}"/>
          </ac:picMkLst>
        </pc:picChg>
        <pc:picChg chg="mod">
          <ac:chgData name="João Vítor Correia Pessoa" userId="78ef02c7a44822d0" providerId="LiveId" clId="{724A7069-697A-4F53-9E38-5599A9652072}" dt="2025-09-29T00:16:33.222" v="6324"/>
          <ac:picMkLst>
            <pc:docMk/>
            <pc:sldMk cId="991645372" sldId="308"/>
            <ac:picMk id="148" creationId="{B5B63C1C-3755-5284-8ABF-23518A8C023E}"/>
          </ac:picMkLst>
        </pc:picChg>
        <pc:picChg chg="add del mod">
          <ac:chgData name="João Vítor Correia Pessoa" userId="78ef02c7a44822d0" providerId="LiveId" clId="{724A7069-697A-4F53-9E38-5599A9652072}" dt="2025-09-29T00:17:02" v="6340" actId="478"/>
          <ac:picMkLst>
            <pc:docMk/>
            <pc:sldMk cId="991645372" sldId="308"/>
            <ac:picMk id="150" creationId="{6203FCD9-52F0-3D9C-8E91-0EFACEFC0F00}"/>
          </ac:picMkLst>
        </pc:picChg>
      </pc:sldChg>
      <pc:sldChg chg="addSp delSp modSp add mod">
        <pc:chgData name="João Vítor Correia Pessoa" userId="78ef02c7a44822d0" providerId="LiveId" clId="{724A7069-697A-4F53-9E38-5599A9652072}" dt="2025-09-29T00:23:45.396" v="6432" actId="6549"/>
        <pc:sldMkLst>
          <pc:docMk/>
          <pc:sldMk cId="467038467" sldId="309"/>
        </pc:sldMkLst>
        <pc:spChg chg="add mod">
          <ac:chgData name="João Vítor Correia Pessoa" userId="78ef02c7a44822d0" providerId="LiveId" clId="{724A7069-697A-4F53-9E38-5599A9652072}" dt="2025-09-29T00:23:45.396" v="6432" actId="6549"/>
          <ac:spMkLst>
            <pc:docMk/>
            <pc:sldMk cId="467038467" sldId="309"/>
            <ac:spMk id="5" creationId="{94B5D330-566F-61EE-A081-0E440BC46F05}"/>
          </ac:spMkLst>
        </pc:spChg>
        <pc:spChg chg="del">
          <ac:chgData name="João Vítor Correia Pessoa" userId="78ef02c7a44822d0" providerId="LiveId" clId="{724A7069-697A-4F53-9E38-5599A9652072}" dt="2025-09-29T00:15:45.641" v="6310" actId="478"/>
          <ac:spMkLst>
            <pc:docMk/>
            <pc:sldMk cId="467038467" sldId="309"/>
            <ac:spMk id="24" creationId="{B281E488-0AEE-76BB-8F34-6AF21FA2EE8F}"/>
          </ac:spMkLst>
        </pc:spChg>
        <pc:picChg chg="add del mod">
          <ac:chgData name="João Vítor Correia Pessoa" userId="78ef02c7a44822d0" providerId="LiveId" clId="{724A7069-697A-4F53-9E38-5599A9652072}" dt="2025-09-29T00:13:14.584" v="6272" actId="21"/>
          <ac:picMkLst>
            <pc:docMk/>
            <pc:sldMk cId="467038467" sldId="309"/>
            <ac:picMk id="4" creationId="{4071765D-2CB7-BBDD-10C5-1CAFD4EB3AC3}"/>
          </ac:picMkLst>
        </pc:picChg>
        <pc:picChg chg="del">
          <ac:chgData name="João Vítor Correia Pessoa" userId="78ef02c7a44822d0" providerId="LiveId" clId="{724A7069-697A-4F53-9E38-5599A9652072}" dt="2025-09-29T00:12:46.538" v="6256" actId="478"/>
          <ac:picMkLst>
            <pc:docMk/>
            <pc:sldMk cId="467038467" sldId="309"/>
            <ac:picMk id="8" creationId="{98D6CF7F-8B5F-B030-13E8-88B5ABBB4D7F}"/>
          </ac:picMkLst>
        </pc:picChg>
        <pc:picChg chg="del mod">
          <ac:chgData name="João Vítor Correia Pessoa" userId="78ef02c7a44822d0" providerId="LiveId" clId="{724A7069-697A-4F53-9E38-5599A9652072}" dt="2025-09-29T00:13:37.424" v="6276" actId="21"/>
          <ac:picMkLst>
            <pc:docMk/>
            <pc:sldMk cId="467038467" sldId="309"/>
            <ac:picMk id="12" creationId="{53F3370E-ADB2-53CA-158C-71A91B2F7F70}"/>
          </ac:picMkLst>
        </pc:picChg>
        <pc:picChg chg="add mod">
          <ac:chgData name="João Vítor Correia Pessoa" userId="78ef02c7a44822d0" providerId="LiveId" clId="{724A7069-697A-4F53-9E38-5599A9652072}" dt="2025-09-29T00:13:44.647" v="6280"/>
          <ac:picMkLst>
            <pc:docMk/>
            <pc:sldMk cId="467038467" sldId="309"/>
            <ac:picMk id="16" creationId="{53F3370E-ADB2-53CA-158C-71A91B2F7F70}"/>
          </ac:picMkLst>
        </pc:picChg>
      </pc:sldChg>
      <pc:sldChg chg="delSp modSp add del mod">
        <pc:chgData name="João Vítor Correia Pessoa" userId="78ef02c7a44822d0" providerId="LiveId" clId="{724A7069-697A-4F53-9E38-5599A9652072}" dt="2025-09-29T00:39:43.010" v="6691" actId="47"/>
        <pc:sldMkLst>
          <pc:docMk/>
          <pc:sldMk cId="589408283" sldId="310"/>
        </pc:sldMkLst>
        <pc:spChg chg="del">
          <ac:chgData name="João Vítor Correia Pessoa" userId="78ef02c7a44822d0" providerId="LiveId" clId="{724A7069-697A-4F53-9E38-5599A9652072}" dt="2025-09-29T00:23:06.380" v="6414" actId="478"/>
          <ac:spMkLst>
            <pc:docMk/>
            <pc:sldMk cId="589408283" sldId="310"/>
            <ac:spMk id="16" creationId="{5329EFFA-5396-0286-3956-DECC83900B03}"/>
          </ac:spMkLst>
        </pc:spChg>
        <pc:spChg chg="mod">
          <ac:chgData name="João Vítor Correia Pessoa" userId="78ef02c7a44822d0" providerId="LiveId" clId="{724A7069-697A-4F53-9E38-5599A9652072}" dt="2025-09-29T00:23:01.421" v="6412" actId="20577"/>
          <ac:spMkLst>
            <pc:docMk/>
            <pc:sldMk cId="589408283" sldId="310"/>
            <ac:spMk id="21" creationId="{931A3EE3-8034-7791-FA10-EFDC8B257ECF}"/>
          </ac:spMkLst>
        </pc:spChg>
        <pc:spChg chg="mod">
          <ac:chgData name="João Vítor Correia Pessoa" userId="78ef02c7a44822d0" providerId="LiveId" clId="{724A7069-697A-4F53-9E38-5599A9652072}" dt="2025-09-29T00:39:39.952" v="6690" actId="20577"/>
          <ac:spMkLst>
            <pc:docMk/>
            <pc:sldMk cId="589408283" sldId="310"/>
            <ac:spMk id="24" creationId="{964BD81B-3AC0-8AFD-C119-579E54D41BA9}"/>
          </ac:spMkLst>
        </pc:spChg>
        <pc:grpChg chg="del">
          <ac:chgData name="João Vítor Correia Pessoa" userId="78ef02c7a44822d0" providerId="LiveId" clId="{724A7069-697A-4F53-9E38-5599A9652072}" dt="2025-09-29T00:23:04.300" v="6413" actId="478"/>
          <ac:grpSpMkLst>
            <pc:docMk/>
            <pc:sldMk cId="589408283" sldId="310"/>
            <ac:grpSpMk id="15" creationId="{8FDB4FD1-1814-D352-1CB6-165C44AAF347}"/>
          </ac:grpSpMkLst>
        </pc:grpChg>
      </pc:sldChg>
      <pc:sldChg chg="delSp add del mod">
        <pc:chgData name="João Vítor Correia Pessoa" userId="78ef02c7a44822d0" providerId="LiveId" clId="{724A7069-697A-4F53-9E38-5599A9652072}" dt="2025-09-29T00:38:45.505" v="6643" actId="47"/>
        <pc:sldMkLst>
          <pc:docMk/>
          <pc:sldMk cId="1944931418" sldId="311"/>
        </pc:sldMkLst>
        <pc:spChg chg="del">
          <ac:chgData name="João Vítor Correia Pessoa" userId="78ef02c7a44822d0" providerId="LiveId" clId="{724A7069-697A-4F53-9E38-5599A9652072}" dt="2025-09-29T00:38:42.241" v="6642" actId="478"/>
          <ac:spMkLst>
            <pc:docMk/>
            <pc:sldMk cId="1944931418" sldId="311"/>
            <ac:spMk id="152" creationId="{060F8857-0895-8087-CB58-30BCF1F6F9FD}"/>
          </ac:spMkLst>
        </pc:spChg>
        <pc:grpChg chg="del">
          <ac:chgData name="João Vítor Correia Pessoa" userId="78ef02c7a44822d0" providerId="LiveId" clId="{724A7069-697A-4F53-9E38-5599A9652072}" dt="2025-09-29T00:34:36.932" v="6481" actId="478"/>
          <ac:grpSpMkLst>
            <pc:docMk/>
            <pc:sldMk cId="1944931418" sldId="311"/>
            <ac:grpSpMk id="146" creationId="{21E80018-5D42-79BA-7CC1-5BF457D96135}"/>
          </ac:grpSpMkLst>
        </pc:grpChg>
      </pc:sldChg>
      <pc:sldChg chg="addSp delSp modSp add mod">
        <pc:chgData name="João Vítor Correia Pessoa" userId="78ef02c7a44822d0" providerId="LiveId" clId="{724A7069-697A-4F53-9E38-5599A9652072}" dt="2025-09-29T00:39:26.216" v="6682" actId="20577"/>
        <pc:sldMkLst>
          <pc:docMk/>
          <pc:sldMk cId="2508297808" sldId="312"/>
        </pc:sldMkLst>
        <pc:spChg chg="mod">
          <ac:chgData name="João Vítor Correia Pessoa" userId="78ef02c7a44822d0" providerId="LiveId" clId="{724A7069-697A-4F53-9E38-5599A9652072}" dt="2025-09-29T00:39:26.216" v="6682" actId="20577"/>
          <ac:spMkLst>
            <pc:docMk/>
            <pc:sldMk cId="2508297808" sldId="312"/>
            <ac:spMk id="3" creationId="{C15CFD5F-1F6A-4DF3-9527-4D75EA2E35DE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6" creationId="{10E09AA5-CBF0-0C8B-FFB2-2B6AE790EAD5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33" creationId="{9229A561-8C04-E405-E4E3-5BA71A962A12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35" creationId="{B1E303EB-03E8-42DC-EFB3-7846891B4032}"/>
          </ac:spMkLst>
        </pc:spChg>
        <pc:spChg chg="del">
          <ac:chgData name="João Vítor Correia Pessoa" userId="78ef02c7a44822d0" providerId="LiveId" clId="{724A7069-697A-4F53-9E38-5599A9652072}" dt="2025-09-29T00:37:23.370" v="6527" actId="478"/>
          <ac:spMkLst>
            <pc:docMk/>
            <pc:sldMk cId="2508297808" sldId="312"/>
            <ac:spMk id="37" creationId="{E1446963-4697-27F0-3D8E-C872E9BB84E5}"/>
          </ac:spMkLst>
        </pc:spChg>
        <pc:spChg chg="del">
          <ac:chgData name="João Vítor Correia Pessoa" userId="78ef02c7a44822d0" providerId="LiveId" clId="{724A7069-697A-4F53-9E38-5599A9652072}" dt="2025-09-29T00:37:25.802" v="6529" actId="478"/>
          <ac:spMkLst>
            <pc:docMk/>
            <pc:sldMk cId="2508297808" sldId="312"/>
            <ac:spMk id="49" creationId="{5551737A-B67B-5953-C5AB-B0813AA0F222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58" creationId="{06CE5177-24AB-2B7D-3A89-782EE74CEA07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59" creationId="{12B8A2D0-450B-8B2B-A72D-9A0D8EE913EC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60" creationId="{53991B30-5DD6-3A0C-8B64-A3F87119A594}"/>
          </ac:spMkLst>
        </pc:spChg>
        <pc:spChg chg="mod">
          <ac:chgData name="João Vítor Correia Pessoa" userId="78ef02c7a44822d0" providerId="LiveId" clId="{724A7069-697A-4F53-9E38-5599A9652072}" dt="2025-09-29T00:39:03.987" v="6677" actId="1035"/>
          <ac:spMkLst>
            <pc:docMk/>
            <pc:sldMk cId="2508297808" sldId="312"/>
            <ac:spMk id="61" creationId="{FA148C47-88C1-8997-754D-0311F6A9197F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63" creationId="{2999393B-2FC0-303B-3D96-D783A15BBA70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64" creationId="{EBFE14C3-B291-DA94-E0A6-666B4B76E264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65" creationId="{07D0ED84-865D-53FB-D875-814A79A6AD5E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66" creationId="{5C123E0A-E9AF-561A-9FEA-68F67E1D1C80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67" creationId="{2FA17676-02FD-36DE-CDC6-70D6C276C6EB}"/>
          </ac:spMkLst>
        </pc:spChg>
        <pc:spChg chg="del">
          <ac:chgData name="João Vítor Correia Pessoa" userId="78ef02c7a44822d0" providerId="LiveId" clId="{724A7069-697A-4F53-9E38-5599A9652072}" dt="2025-09-29T00:37:26.458" v="6530" actId="478"/>
          <ac:spMkLst>
            <pc:docMk/>
            <pc:sldMk cId="2508297808" sldId="312"/>
            <ac:spMk id="125" creationId="{69FDD351-9ECE-3173-50A4-106B181FAB54}"/>
          </ac:spMkLst>
        </pc:spChg>
        <pc:spChg chg="del">
          <ac:chgData name="João Vítor Correia Pessoa" userId="78ef02c7a44822d0" providerId="LiveId" clId="{724A7069-697A-4F53-9E38-5599A9652072}" dt="2025-09-29T00:38:23.817" v="6626" actId="478"/>
          <ac:spMkLst>
            <pc:docMk/>
            <pc:sldMk cId="2508297808" sldId="312"/>
            <ac:spMk id="136" creationId="{0803A9FF-A432-7A51-9F41-58B29BFE4CC7}"/>
          </ac:spMkLst>
        </pc:spChg>
        <pc:spChg chg="del mod">
          <ac:chgData name="João Vítor Correia Pessoa" userId="78ef02c7a44822d0" providerId="LiveId" clId="{724A7069-697A-4F53-9E38-5599A9652072}" dt="2025-09-29T00:38:28.913" v="6627" actId="478"/>
          <ac:spMkLst>
            <pc:docMk/>
            <pc:sldMk cId="2508297808" sldId="312"/>
            <ac:spMk id="152" creationId="{885DEB69-B4E8-5CB8-161B-DA5A3ED75C2A}"/>
          </ac:spMkLst>
        </pc:spChg>
        <pc:grpChg chg="mod">
          <ac:chgData name="João Vítor Correia Pessoa" userId="78ef02c7a44822d0" providerId="LiveId" clId="{724A7069-697A-4F53-9E38-5599A9652072}" dt="2025-09-29T00:39:03.987" v="6677" actId="1035"/>
          <ac:grpSpMkLst>
            <pc:docMk/>
            <pc:sldMk cId="2508297808" sldId="312"/>
            <ac:grpSpMk id="115" creationId="{925FE77F-15A1-831E-D741-92D39843E0EF}"/>
          </ac:grpSpMkLst>
        </pc:grpChg>
        <pc:grpChg chg="mod">
          <ac:chgData name="João Vítor Correia Pessoa" userId="78ef02c7a44822d0" providerId="LiveId" clId="{724A7069-697A-4F53-9E38-5599A9652072}" dt="2025-09-29T00:39:03.987" v="6677" actId="1035"/>
          <ac:grpSpMkLst>
            <pc:docMk/>
            <pc:sldMk cId="2508297808" sldId="312"/>
            <ac:grpSpMk id="118" creationId="{21461D33-ECC0-CCF9-ECBE-96A1C630C954}"/>
          </ac:grpSpMkLst>
        </pc:grpChg>
        <pc:grpChg chg="del">
          <ac:chgData name="João Vítor Correia Pessoa" userId="78ef02c7a44822d0" providerId="LiveId" clId="{724A7069-697A-4F53-9E38-5599A9652072}" dt="2025-09-29T00:37:24.681" v="6528" actId="478"/>
          <ac:grpSpMkLst>
            <pc:docMk/>
            <pc:sldMk cId="2508297808" sldId="312"/>
            <ac:grpSpMk id="121" creationId="{F14DA63D-5967-B54C-1A17-C4B7990A2B01}"/>
          </ac:grpSpMkLst>
        </pc:grpChg>
        <pc:grpChg chg="del">
          <ac:chgData name="João Vítor Correia Pessoa" userId="78ef02c7a44822d0" providerId="LiveId" clId="{724A7069-697A-4F53-9E38-5599A9652072}" dt="2025-09-29T00:38:23.817" v="6626" actId="478"/>
          <ac:grpSpMkLst>
            <pc:docMk/>
            <pc:sldMk cId="2508297808" sldId="312"/>
            <ac:grpSpMk id="127" creationId="{3A34CB34-D5F3-4FE3-6044-1B91E6831909}"/>
          </ac:grpSpMkLst>
        </pc:grpChg>
        <pc:grpChg chg="del">
          <ac:chgData name="João Vítor Correia Pessoa" userId="78ef02c7a44822d0" providerId="LiveId" clId="{724A7069-697A-4F53-9E38-5599A9652072}" dt="2025-09-29T00:38:23.817" v="6626" actId="478"/>
          <ac:grpSpMkLst>
            <pc:docMk/>
            <pc:sldMk cId="2508297808" sldId="312"/>
            <ac:grpSpMk id="130" creationId="{D57D5535-2631-F8EF-9365-0DD83A3BA826}"/>
          </ac:grpSpMkLst>
        </pc:grpChg>
        <pc:grpChg chg="del">
          <ac:chgData name="João Vítor Correia Pessoa" userId="78ef02c7a44822d0" providerId="LiveId" clId="{724A7069-697A-4F53-9E38-5599A9652072}" dt="2025-09-29T00:38:23.817" v="6626" actId="478"/>
          <ac:grpSpMkLst>
            <pc:docMk/>
            <pc:sldMk cId="2508297808" sldId="312"/>
            <ac:grpSpMk id="133" creationId="{1E4309B7-D361-8C40-65FC-4FEA28460D9C}"/>
          </ac:grpSpMkLst>
        </pc:grpChg>
        <pc:grpChg chg="mod">
          <ac:chgData name="João Vítor Correia Pessoa" userId="78ef02c7a44822d0" providerId="LiveId" clId="{724A7069-697A-4F53-9E38-5599A9652072}" dt="2025-09-29T00:38:34.369" v="6641" actId="1036"/>
          <ac:grpSpMkLst>
            <pc:docMk/>
            <pc:sldMk cId="2508297808" sldId="312"/>
            <ac:grpSpMk id="137" creationId="{BA7EAE0B-F0C4-FC11-E966-259491B1B269}"/>
          </ac:grpSpMkLst>
        </pc:grpChg>
        <pc:grpChg chg="mod">
          <ac:chgData name="João Vítor Correia Pessoa" userId="78ef02c7a44822d0" providerId="LiveId" clId="{724A7069-697A-4F53-9E38-5599A9652072}" dt="2025-09-29T00:39:03.987" v="6677" actId="1035"/>
          <ac:grpSpMkLst>
            <pc:docMk/>
            <pc:sldMk cId="2508297808" sldId="312"/>
            <ac:grpSpMk id="140" creationId="{E36EB8BB-D408-AC9B-54C3-386A7EF33A05}"/>
          </ac:grpSpMkLst>
        </pc:grpChg>
        <pc:grpChg chg="add mod">
          <ac:chgData name="João Vítor Correia Pessoa" userId="78ef02c7a44822d0" providerId="LiveId" clId="{724A7069-697A-4F53-9E38-5599A9652072}" dt="2025-09-29T00:39:09.587" v="6680" actId="1076"/>
          <ac:grpSpMkLst>
            <pc:docMk/>
            <pc:sldMk cId="2508297808" sldId="312"/>
            <ac:grpSpMk id="146" creationId="{00AD298A-5DC0-AB82-C3FA-FAAC3E910C6B}"/>
          </ac:grpSpMkLst>
        </pc:grpChg>
        <pc:picChg chg="mod">
          <ac:chgData name="João Vítor Correia Pessoa" userId="78ef02c7a44822d0" providerId="LiveId" clId="{724A7069-697A-4F53-9E38-5599A9652072}" dt="2025-09-29T00:39:07.086" v="6679"/>
          <ac:picMkLst>
            <pc:docMk/>
            <pc:sldMk cId="2508297808" sldId="312"/>
            <ac:picMk id="147" creationId="{2051E25A-275E-C608-1AB0-AAE3B16B4349}"/>
          </ac:picMkLst>
        </pc:picChg>
        <pc:picChg chg="mod">
          <ac:chgData name="João Vítor Correia Pessoa" userId="78ef02c7a44822d0" providerId="LiveId" clId="{724A7069-697A-4F53-9E38-5599A9652072}" dt="2025-09-29T00:39:07.086" v="6679"/>
          <ac:picMkLst>
            <pc:docMk/>
            <pc:sldMk cId="2508297808" sldId="312"/>
            <ac:picMk id="148" creationId="{B5B63C1C-3755-5284-8ABF-23518A8C023E}"/>
          </ac:picMkLst>
        </pc:picChg>
      </pc:sldChg>
      <pc:sldMasterChg chg="delSldLayout">
        <pc:chgData name="João Vítor Correia Pessoa" userId="78ef02c7a44822d0" providerId="LiveId" clId="{724A7069-697A-4F53-9E38-5599A9652072}" dt="2025-09-14T21:21:00.018" v="4626" actId="2696"/>
        <pc:sldMasterMkLst>
          <pc:docMk/>
          <pc:sldMasterMk cId="0" sldId="2147483648"/>
        </pc:sldMasterMkLst>
        <pc:sldLayoutChg chg="del">
          <pc:chgData name="João Vítor Correia Pessoa" userId="78ef02c7a44822d0" providerId="LiveId" clId="{724A7069-697A-4F53-9E38-5599A9652072}" dt="2025-09-14T21:21:00.018" v="4626" actId="2696"/>
          <pc:sldLayoutMkLst>
            <pc:docMk/>
            <pc:sldMasterMk cId="0" sldId="2147483648"/>
            <pc:sldLayoutMk cId="3416950090" sldId="2147483660"/>
          </pc:sldLayoutMkLst>
        </pc:sldLayoutChg>
      </pc:sldMasterChg>
    </pc:docChg>
  </pc:docChgLst>
  <pc:docChgLst>
    <pc:chgData name="João Vítor Correia Pessoa" userId="78ef02c7a44822d0" providerId="LiveId" clId="{A3A3CE73-080D-410A-A41D-37EAA8B50D25}"/>
    <pc:docChg chg="undo custSel addSld delSld modSld sldOrd addSection delSection modSection">
      <pc:chgData name="João Vítor Correia Pessoa" userId="78ef02c7a44822d0" providerId="LiveId" clId="{A3A3CE73-080D-410A-A41D-37EAA8B50D25}" dt="2025-02-16T21:40:12.562" v="4818" actId="14100"/>
      <pc:docMkLst>
        <pc:docMk/>
      </pc:docMkLst>
      <pc:sldChg chg="modSp mod ord">
        <pc:chgData name="João Vítor Correia Pessoa" userId="78ef02c7a44822d0" providerId="LiveId" clId="{A3A3CE73-080D-410A-A41D-37EAA8B50D25}" dt="2025-02-16T18:54:04.404" v="1684" actId="20578"/>
        <pc:sldMkLst>
          <pc:docMk/>
          <pc:sldMk cId="0" sldId="256"/>
        </pc:sldMkLst>
      </pc:sldChg>
      <pc:sldChg chg="addSp delSp modSp mod ord">
        <pc:chgData name="João Vítor Correia Pessoa" userId="78ef02c7a44822d0" providerId="LiveId" clId="{A3A3CE73-080D-410A-A41D-37EAA8B50D25}" dt="2025-02-16T20:55:54.738" v="3423" actId="6549"/>
        <pc:sldMkLst>
          <pc:docMk/>
          <pc:sldMk cId="0" sldId="257"/>
        </pc:sldMkLst>
      </pc:sldChg>
      <pc:sldChg chg="addSp delSp modSp mod ord">
        <pc:chgData name="João Vítor Correia Pessoa" userId="78ef02c7a44822d0" providerId="LiveId" clId="{A3A3CE73-080D-410A-A41D-37EAA8B50D25}" dt="2025-02-16T20:33:09.740" v="2615" actId="14100"/>
        <pc:sldMkLst>
          <pc:docMk/>
          <pc:sldMk cId="0" sldId="258"/>
        </pc:sldMkLst>
      </pc:sldChg>
      <pc:sldChg chg="delSp modSp del mod ord">
        <pc:chgData name="João Vítor Correia Pessoa" userId="78ef02c7a44822d0" providerId="LiveId" clId="{A3A3CE73-080D-410A-A41D-37EAA8B50D25}" dt="2025-02-16T18:45:39.473" v="1585" actId="47"/>
        <pc:sldMkLst>
          <pc:docMk/>
          <pc:sldMk cId="0" sldId="259"/>
        </pc:sldMkLst>
      </pc:sldChg>
      <pc:sldChg chg="addSp delSp modSp mod ord modTransition">
        <pc:chgData name="João Vítor Correia Pessoa" userId="78ef02c7a44822d0" providerId="LiveId" clId="{A3A3CE73-080D-410A-A41D-37EAA8B50D25}" dt="2025-02-16T21:34:39.562" v="4599" actId="1076"/>
        <pc:sldMkLst>
          <pc:docMk/>
          <pc:sldMk cId="0" sldId="260"/>
        </pc:sldMkLst>
      </pc:sldChg>
      <pc:sldChg chg="delSp modSp del mod ord">
        <pc:chgData name="João Vítor Correia Pessoa" userId="78ef02c7a44822d0" providerId="LiveId" clId="{A3A3CE73-080D-410A-A41D-37EAA8B50D25}" dt="2025-02-16T21:18:33.590" v="3892" actId="47"/>
        <pc:sldMkLst>
          <pc:docMk/>
          <pc:sldMk cId="0" sldId="261"/>
        </pc:sldMkLst>
      </pc:sldChg>
      <pc:sldChg chg="del ord">
        <pc:chgData name="João Vítor Correia Pessoa" userId="78ef02c7a44822d0" providerId="LiveId" clId="{A3A3CE73-080D-410A-A41D-37EAA8B50D25}" dt="2025-02-16T18:53:25.234" v="1679" actId="47"/>
        <pc:sldMkLst>
          <pc:docMk/>
          <pc:sldMk cId="0" sldId="262"/>
        </pc:sldMkLst>
      </pc:sldChg>
      <pc:sldChg chg="del ord">
        <pc:chgData name="João Vítor Correia Pessoa" userId="78ef02c7a44822d0" providerId="LiveId" clId="{A3A3CE73-080D-410A-A41D-37EAA8B50D25}" dt="2025-02-16T18:53:27.943" v="1680" actId="47"/>
        <pc:sldMkLst>
          <pc:docMk/>
          <pc:sldMk cId="0" sldId="263"/>
        </pc:sldMkLst>
      </pc:sldChg>
      <pc:sldChg chg="del ord">
        <pc:chgData name="João Vítor Correia Pessoa" userId="78ef02c7a44822d0" providerId="LiveId" clId="{A3A3CE73-080D-410A-A41D-37EAA8B50D25}" dt="2025-02-16T18:53:32.802" v="1681" actId="47"/>
        <pc:sldMkLst>
          <pc:docMk/>
          <pc:sldMk cId="0" sldId="264"/>
        </pc:sldMkLst>
      </pc:sldChg>
      <pc:sldChg chg="addSp delSp modSp mod ord">
        <pc:chgData name="João Vítor Correia Pessoa" userId="78ef02c7a44822d0" providerId="LiveId" clId="{A3A3CE73-080D-410A-A41D-37EAA8B50D25}" dt="2025-02-16T21:22:00.611" v="4056" actId="1076"/>
        <pc:sldMkLst>
          <pc:docMk/>
          <pc:sldMk cId="0" sldId="265"/>
        </pc:sldMkLst>
      </pc:sldChg>
      <pc:sldChg chg="ord">
        <pc:chgData name="João Vítor Correia Pessoa" userId="78ef02c7a44822d0" providerId="LiveId" clId="{A3A3CE73-080D-410A-A41D-37EAA8B50D25}" dt="2025-02-16T18:54:04.404" v="1684" actId="20578"/>
        <pc:sldMkLst>
          <pc:docMk/>
          <pc:sldMk cId="2709832927" sldId="266"/>
        </pc:sldMkLst>
      </pc:sldChg>
      <pc:sldChg chg="addSp delSp modSp add mod ord modTransition setBg">
        <pc:chgData name="João Vítor Correia Pessoa" userId="78ef02c7a44822d0" providerId="LiveId" clId="{A3A3CE73-080D-410A-A41D-37EAA8B50D25}" dt="2025-02-16T18:35:27.222" v="1427" actId="1076"/>
        <pc:sldMkLst>
          <pc:docMk/>
          <pc:sldMk cId="1365365162" sldId="267"/>
        </pc:sldMkLst>
      </pc:sldChg>
      <pc:sldChg chg="add del setBg">
        <pc:chgData name="João Vítor Correia Pessoa" userId="78ef02c7a44822d0" providerId="LiveId" clId="{A3A3CE73-080D-410A-A41D-37EAA8B50D25}" dt="2025-02-16T17:24:48.014" v="43"/>
        <pc:sldMkLst>
          <pc:docMk/>
          <pc:sldMk cId="1976958326" sldId="267"/>
        </pc:sldMkLst>
      </pc:sldChg>
      <pc:sldChg chg="addSp delSp modSp new del mod ord setBg">
        <pc:chgData name="João Vítor Correia Pessoa" userId="78ef02c7a44822d0" providerId="LiveId" clId="{A3A3CE73-080D-410A-A41D-37EAA8B50D25}" dt="2025-02-16T17:24:26.879" v="23" actId="2696"/>
        <pc:sldMkLst>
          <pc:docMk/>
          <pc:sldMk cId="3455071942" sldId="267"/>
        </pc:sldMkLst>
      </pc:sldChg>
      <pc:sldChg chg="addSp modSp add mod setBg">
        <pc:chgData name="João Vítor Correia Pessoa" userId="78ef02c7a44822d0" providerId="LiveId" clId="{A3A3CE73-080D-410A-A41D-37EAA8B50D25}" dt="2025-02-16T17:57:56.361" v="384" actId="167"/>
        <pc:sldMkLst>
          <pc:docMk/>
          <pc:sldMk cId="2627803878" sldId="268"/>
        </pc:sldMkLst>
      </pc:sldChg>
      <pc:sldChg chg="add del setBg">
        <pc:chgData name="João Vítor Correia Pessoa" userId="78ef02c7a44822d0" providerId="LiveId" clId="{A3A3CE73-080D-410A-A41D-37EAA8B50D25}" dt="2025-02-16T17:43:34.511" v="211"/>
        <pc:sldMkLst>
          <pc:docMk/>
          <pc:sldMk cId="423654039" sldId="269"/>
        </pc:sldMkLst>
      </pc:sldChg>
      <pc:sldChg chg="add del setBg">
        <pc:chgData name="João Vítor Correia Pessoa" userId="78ef02c7a44822d0" providerId="LiveId" clId="{A3A3CE73-080D-410A-A41D-37EAA8B50D25}" dt="2025-02-16T17:43:29.153" v="209"/>
        <pc:sldMkLst>
          <pc:docMk/>
          <pc:sldMk cId="1355218052" sldId="269"/>
        </pc:sldMkLst>
      </pc:sldChg>
      <pc:sldChg chg="addSp delSp modSp add mod setBg">
        <pc:chgData name="João Vítor Correia Pessoa" userId="78ef02c7a44822d0" providerId="LiveId" clId="{A3A3CE73-080D-410A-A41D-37EAA8B50D25}" dt="2025-02-16T17:58:29.204" v="390" actId="167"/>
        <pc:sldMkLst>
          <pc:docMk/>
          <pc:sldMk cId="2677913736" sldId="269"/>
        </pc:sldMkLst>
      </pc:sldChg>
      <pc:sldChg chg="add del setBg">
        <pc:chgData name="João Vítor Correia Pessoa" userId="78ef02c7a44822d0" providerId="LiveId" clId="{A3A3CE73-080D-410A-A41D-37EAA8B50D25}" dt="2025-02-16T17:43:34.511" v="211"/>
        <pc:sldMkLst>
          <pc:docMk/>
          <pc:sldMk cId="340003074" sldId="270"/>
        </pc:sldMkLst>
      </pc:sldChg>
      <pc:sldChg chg="add del setBg">
        <pc:chgData name="João Vítor Correia Pessoa" userId="78ef02c7a44822d0" providerId="LiveId" clId="{A3A3CE73-080D-410A-A41D-37EAA8B50D25}" dt="2025-02-16T17:43:29.153" v="209"/>
        <pc:sldMkLst>
          <pc:docMk/>
          <pc:sldMk cId="1926824907" sldId="270"/>
        </pc:sldMkLst>
      </pc:sldChg>
      <pc:sldChg chg="addSp delSp modSp add mod setBg">
        <pc:chgData name="João Vítor Correia Pessoa" userId="78ef02c7a44822d0" providerId="LiveId" clId="{A3A3CE73-080D-410A-A41D-37EAA8B50D25}" dt="2025-02-16T18:36:24.886" v="1430" actId="1076"/>
        <pc:sldMkLst>
          <pc:docMk/>
          <pc:sldMk cId="3609445791" sldId="270"/>
        </pc:sldMkLst>
      </pc:sldChg>
      <pc:sldChg chg="add del">
        <pc:chgData name="João Vítor Correia Pessoa" userId="78ef02c7a44822d0" providerId="LiveId" clId="{A3A3CE73-080D-410A-A41D-37EAA8B50D25}" dt="2025-02-16T18:36:53.337" v="1434"/>
        <pc:sldMkLst>
          <pc:docMk/>
          <pc:sldMk cId="1290028795" sldId="271"/>
        </pc:sldMkLst>
      </pc:sldChg>
      <pc:sldChg chg="addSp delSp modSp add mod">
        <pc:chgData name="João Vítor Correia Pessoa" userId="78ef02c7a44822d0" providerId="LiveId" clId="{A3A3CE73-080D-410A-A41D-37EAA8B50D25}" dt="2025-02-16T18:44:10.725" v="1568" actId="167"/>
        <pc:sldMkLst>
          <pc:docMk/>
          <pc:sldMk cId="3719848433" sldId="271"/>
        </pc:sldMkLst>
      </pc:sldChg>
      <pc:sldChg chg="add del">
        <pc:chgData name="João Vítor Correia Pessoa" userId="78ef02c7a44822d0" providerId="LiveId" clId="{A3A3CE73-080D-410A-A41D-37EAA8B50D25}" dt="2025-02-16T18:36:53.337" v="1434"/>
        <pc:sldMkLst>
          <pc:docMk/>
          <pc:sldMk cId="1219323735" sldId="272"/>
        </pc:sldMkLst>
      </pc:sldChg>
      <pc:sldChg chg="addSp delSp modSp add mod">
        <pc:chgData name="João Vítor Correia Pessoa" userId="78ef02c7a44822d0" providerId="LiveId" clId="{A3A3CE73-080D-410A-A41D-37EAA8B50D25}" dt="2025-02-16T20:34:28.971" v="2624" actId="1076"/>
        <pc:sldMkLst>
          <pc:docMk/>
          <pc:sldMk cId="1734331610" sldId="272"/>
        </pc:sldMkLst>
      </pc:sldChg>
      <pc:sldChg chg="addSp delSp modSp add mod">
        <pc:chgData name="João Vítor Correia Pessoa" userId="78ef02c7a44822d0" providerId="LiveId" clId="{A3A3CE73-080D-410A-A41D-37EAA8B50D25}" dt="2025-02-16T19:17:54.879" v="2077" actId="1076"/>
        <pc:sldMkLst>
          <pc:docMk/>
          <pc:sldMk cId="258347852" sldId="273"/>
        </pc:sldMkLst>
      </pc:sldChg>
      <pc:sldChg chg="add del">
        <pc:chgData name="João Vítor Correia Pessoa" userId="78ef02c7a44822d0" providerId="LiveId" clId="{A3A3CE73-080D-410A-A41D-37EAA8B50D25}" dt="2025-02-16T18:58:28.571" v="1702"/>
        <pc:sldMkLst>
          <pc:docMk/>
          <pc:sldMk cId="1900386923" sldId="273"/>
        </pc:sldMkLst>
      </pc:sldChg>
      <pc:sldChg chg="addSp delSp modSp add mod">
        <pc:chgData name="João Vítor Correia Pessoa" userId="78ef02c7a44822d0" providerId="LiveId" clId="{A3A3CE73-080D-410A-A41D-37EAA8B50D25}" dt="2025-02-16T21:23:27.509" v="4057" actId="1076"/>
        <pc:sldMkLst>
          <pc:docMk/>
          <pc:sldMk cId="2350877259" sldId="274"/>
        </pc:sldMkLst>
      </pc:sldChg>
      <pc:sldChg chg="add del">
        <pc:chgData name="João Vítor Correia Pessoa" userId="78ef02c7a44822d0" providerId="LiveId" clId="{A3A3CE73-080D-410A-A41D-37EAA8B50D25}" dt="2025-02-16T18:58:28.571" v="1702"/>
        <pc:sldMkLst>
          <pc:docMk/>
          <pc:sldMk cId="3831924594" sldId="274"/>
        </pc:sldMkLst>
      </pc:sldChg>
      <pc:sldChg chg="add del">
        <pc:chgData name="João Vítor Correia Pessoa" userId="78ef02c7a44822d0" providerId="LiveId" clId="{A3A3CE73-080D-410A-A41D-37EAA8B50D25}" dt="2025-02-16T19:52:08.240" v="2312"/>
        <pc:sldMkLst>
          <pc:docMk/>
          <pc:sldMk cId="0" sldId="275"/>
        </pc:sldMkLst>
      </pc:sldChg>
      <pc:sldChg chg="delSp modSp add mod modTransition">
        <pc:chgData name="João Vítor Correia Pessoa" userId="78ef02c7a44822d0" providerId="LiveId" clId="{A3A3CE73-080D-410A-A41D-37EAA8B50D25}" dt="2025-02-16T21:34:54.170" v="4601" actId="478"/>
        <pc:sldMkLst>
          <pc:docMk/>
          <pc:sldMk cId="1631942659" sldId="275"/>
        </pc:sldMkLst>
      </pc:sldChg>
      <pc:sldChg chg="delSp modSp add mod modTransition">
        <pc:chgData name="João Vítor Correia Pessoa" userId="78ef02c7a44822d0" providerId="LiveId" clId="{A3A3CE73-080D-410A-A41D-37EAA8B50D25}" dt="2025-02-16T21:34:58.382" v="4602" actId="478"/>
        <pc:sldMkLst>
          <pc:docMk/>
          <pc:sldMk cId="4197939724" sldId="276"/>
        </pc:sldMkLst>
      </pc:sldChg>
      <pc:sldChg chg="addSp delSp modSp add del mod modTransition">
        <pc:chgData name="João Vítor Correia Pessoa" userId="78ef02c7a44822d0" providerId="LiveId" clId="{A3A3CE73-080D-410A-A41D-37EAA8B50D25}" dt="2025-02-16T21:26:49.938" v="4068" actId="47"/>
        <pc:sldMkLst>
          <pc:docMk/>
          <pc:sldMk cId="3959469695" sldId="277"/>
        </pc:sldMkLst>
      </pc:sldChg>
      <pc:sldChg chg="addSp delSp modSp add mod">
        <pc:chgData name="João Vítor Correia Pessoa" userId="78ef02c7a44822d0" providerId="LiveId" clId="{A3A3CE73-080D-410A-A41D-37EAA8B50D25}" dt="2025-02-16T21:34:11.703" v="4591" actId="20577"/>
        <pc:sldMkLst>
          <pc:docMk/>
          <pc:sldMk cId="3449204551" sldId="278"/>
        </pc:sldMkLst>
      </pc:sldChg>
      <pc:sldChg chg="addSp delSp modSp add mod">
        <pc:chgData name="João Vítor Correia Pessoa" userId="78ef02c7a44822d0" providerId="LiveId" clId="{A3A3CE73-080D-410A-A41D-37EAA8B50D25}" dt="2025-02-16T21:26:40.581" v="4067"/>
        <pc:sldMkLst>
          <pc:docMk/>
          <pc:sldMk cId="4068464201" sldId="279"/>
        </pc:sldMkLst>
      </pc:sldChg>
      <pc:sldChg chg="addSp delSp modSp add mod">
        <pc:chgData name="João Vítor Correia Pessoa" userId="78ef02c7a44822d0" providerId="LiveId" clId="{A3A3CE73-080D-410A-A41D-37EAA8B50D25}" dt="2025-02-16T21:31:00.904" v="4186" actId="21"/>
        <pc:sldMkLst>
          <pc:docMk/>
          <pc:sldMk cId="3557971159" sldId="280"/>
        </pc:sldMkLst>
      </pc:sldChg>
      <pc:sldChg chg="addSp delSp modSp add mod">
        <pc:chgData name="João Vítor Correia Pessoa" userId="78ef02c7a44822d0" providerId="LiveId" clId="{A3A3CE73-080D-410A-A41D-37EAA8B50D25}" dt="2025-02-16T21:40:12.562" v="4818" actId="14100"/>
        <pc:sldMkLst>
          <pc:docMk/>
          <pc:sldMk cId="2548855412" sldId="281"/>
        </pc:sldMkLst>
      </pc:sldChg>
    </pc:docChg>
  </pc:docChgLst>
  <pc:docChgLst>
    <pc:chgData name="João Vítor Correia Pessoa" userId="78ef02c7a44822d0" providerId="LiveId" clId="{BDB8AAEE-F67F-49EB-A4A1-66BD23946D08}"/>
    <pc:docChg chg="undo custSel addSld delSld modSld sldOrd modSection">
      <pc:chgData name="João Vítor Correia Pessoa" userId="78ef02c7a44822d0" providerId="LiveId" clId="{BDB8AAEE-F67F-49EB-A4A1-66BD23946D08}" dt="2025-02-17T12:57:08.395" v="1359" actId="14100"/>
      <pc:docMkLst>
        <pc:docMk/>
      </pc:docMkLst>
      <pc:sldChg chg="modSp mod">
        <pc:chgData name="João Vítor Correia Pessoa" userId="78ef02c7a44822d0" providerId="LiveId" clId="{BDB8AAEE-F67F-49EB-A4A1-66BD23946D08}" dt="2025-02-16T23:25:44.162" v="583" actId="1076"/>
        <pc:sldMkLst>
          <pc:docMk/>
          <pc:sldMk cId="0" sldId="258"/>
        </pc:sldMkLst>
      </pc:sldChg>
      <pc:sldChg chg="addSp delSp modSp mod">
        <pc:chgData name="João Vítor Correia Pessoa" userId="78ef02c7a44822d0" providerId="LiveId" clId="{BDB8AAEE-F67F-49EB-A4A1-66BD23946D08}" dt="2025-02-17T00:05:29.019" v="593" actId="1076"/>
        <pc:sldMkLst>
          <pc:docMk/>
          <pc:sldMk cId="0" sldId="260"/>
        </pc:sldMkLst>
      </pc:sldChg>
      <pc:sldChg chg="modSp mod">
        <pc:chgData name="João Vítor Correia Pessoa" userId="78ef02c7a44822d0" providerId="LiveId" clId="{BDB8AAEE-F67F-49EB-A4A1-66BD23946D08}" dt="2025-02-17T12:25:04.319" v="863" actId="1076"/>
        <pc:sldMkLst>
          <pc:docMk/>
          <pc:sldMk cId="0" sldId="265"/>
        </pc:sldMkLst>
      </pc:sldChg>
      <pc:sldChg chg="addSp modSp mod">
        <pc:chgData name="João Vítor Correia Pessoa" userId="78ef02c7a44822d0" providerId="LiveId" clId="{BDB8AAEE-F67F-49EB-A4A1-66BD23946D08}" dt="2025-02-16T21:50:03.466" v="1" actId="1076"/>
        <pc:sldMkLst>
          <pc:docMk/>
          <pc:sldMk cId="2709832927" sldId="266"/>
        </pc:sldMkLst>
      </pc:sldChg>
      <pc:sldChg chg="modSp mod">
        <pc:chgData name="João Vítor Correia Pessoa" userId="78ef02c7a44822d0" providerId="LiveId" clId="{BDB8AAEE-F67F-49EB-A4A1-66BD23946D08}" dt="2025-02-16T22:20:49.136" v="392" actId="14100"/>
        <pc:sldMkLst>
          <pc:docMk/>
          <pc:sldMk cId="1365365162" sldId="267"/>
        </pc:sldMkLst>
      </pc:sldChg>
      <pc:sldChg chg="addSp modSp mod">
        <pc:chgData name="João Vítor Correia Pessoa" userId="78ef02c7a44822d0" providerId="LiveId" clId="{BDB8AAEE-F67F-49EB-A4A1-66BD23946D08}" dt="2025-02-17T00:54:38.314" v="860" actId="1076"/>
        <pc:sldMkLst>
          <pc:docMk/>
          <pc:sldMk cId="3609445791" sldId="270"/>
        </pc:sldMkLst>
      </pc:sldChg>
      <pc:sldChg chg="addSp delSp modSp mod">
        <pc:chgData name="João Vítor Correia Pessoa" userId="78ef02c7a44822d0" providerId="LiveId" clId="{BDB8AAEE-F67F-49EB-A4A1-66BD23946D08}" dt="2025-02-16T23:23:41.435" v="563" actId="20577"/>
        <pc:sldMkLst>
          <pc:docMk/>
          <pc:sldMk cId="1734331610" sldId="272"/>
        </pc:sldMkLst>
      </pc:sldChg>
      <pc:sldChg chg="modSp mod">
        <pc:chgData name="João Vítor Correia Pessoa" userId="78ef02c7a44822d0" providerId="LiveId" clId="{BDB8AAEE-F67F-49EB-A4A1-66BD23946D08}" dt="2025-02-16T23:23:49.103" v="566" actId="6549"/>
        <pc:sldMkLst>
          <pc:docMk/>
          <pc:sldMk cId="2350877259" sldId="274"/>
        </pc:sldMkLst>
      </pc:sldChg>
      <pc:sldChg chg="addSp delSp modSp mod">
        <pc:chgData name="João Vítor Correia Pessoa" userId="78ef02c7a44822d0" providerId="LiveId" clId="{BDB8AAEE-F67F-49EB-A4A1-66BD23946D08}" dt="2025-02-17T00:05:51.794" v="599" actId="478"/>
        <pc:sldMkLst>
          <pc:docMk/>
          <pc:sldMk cId="1631942659" sldId="275"/>
        </pc:sldMkLst>
      </pc:sldChg>
      <pc:sldChg chg="addSp delSp modSp mod">
        <pc:chgData name="João Vítor Correia Pessoa" userId="78ef02c7a44822d0" providerId="LiveId" clId="{BDB8AAEE-F67F-49EB-A4A1-66BD23946D08}" dt="2025-02-17T00:05:36.403" v="597" actId="1076"/>
        <pc:sldMkLst>
          <pc:docMk/>
          <pc:sldMk cId="4197939724" sldId="276"/>
        </pc:sldMkLst>
      </pc:sldChg>
      <pc:sldChg chg="modSp mod">
        <pc:chgData name="João Vítor Correia Pessoa" userId="78ef02c7a44822d0" providerId="LiveId" clId="{BDB8AAEE-F67F-49EB-A4A1-66BD23946D08}" dt="2025-02-16T22:05:20.313" v="232" actId="6549"/>
        <pc:sldMkLst>
          <pc:docMk/>
          <pc:sldMk cId="4068464201" sldId="279"/>
        </pc:sldMkLst>
      </pc:sldChg>
      <pc:sldChg chg="addSp delSp modSp mod">
        <pc:chgData name="João Vítor Correia Pessoa" userId="78ef02c7a44822d0" providerId="LiveId" clId="{BDB8AAEE-F67F-49EB-A4A1-66BD23946D08}" dt="2025-02-17T12:56:54.403" v="1343" actId="20577"/>
        <pc:sldMkLst>
          <pc:docMk/>
          <pc:sldMk cId="3557971159" sldId="280"/>
        </pc:sldMkLst>
      </pc:sldChg>
      <pc:sldChg chg="delSp modSp mod">
        <pc:chgData name="João Vítor Correia Pessoa" userId="78ef02c7a44822d0" providerId="LiveId" clId="{BDB8AAEE-F67F-49EB-A4A1-66BD23946D08}" dt="2025-02-17T12:57:08.395" v="1359" actId="14100"/>
        <pc:sldMkLst>
          <pc:docMk/>
          <pc:sldMk cId="2548855412" sldId="281"/>
        </pc:sldMkLst>
      </pc:sldChg>
      <pc:sldChg chg="addSp delSp modSp new mod">
        <pc:chgData name="João Vítor Correia Pessoa" userId="78ef02c7a44822d0" providerId="LiveId" clId="{BDB8AAEE-F67F-49EB-A4A1-66BD23946D08}" dt="2025-02-17T00:05:21.151" v="591" actId="21"/>
        <pc:sldMkLst>
          <pc:docMk/>
          <pc:sldMk cId="3167440617" sldId="282"/>
        </pc:sldMkLst>
      </pc:sldChg>
      <pc:sldChg chg="addSp delSp modSp add mod ord">
        <pc:chgData name="João Vítor Correia Pessoa" userId="78ef02c7a44822d0" providerId="LiveId" clId="{BDB8AAEE-F67F-49EB-A4A1-66BD23946D08}" dt="2025-02-17T12:56:46.375" v="1339" actId="20577"/>
        <pc:sldMkLst>
          <pc:docMk/>
          <pc:sldMk cId="2787189496" sldId="283"/>
        </pc:sldMkLst>
      </pc:sldChg>
      <pc:sldChg chg="addSp delSp modSp add mod">
        <pc:chgData name="João Vítor Correia Pessoa" userId="78ef02c7a44822d0" providerId="LiveId" clId="{BDB8AAEE-F67F-49EB-A4A1-66BD23946D08}" dt="2025-02-17T12:56:50.696" v="1341" actId="6549"/>
        <pc:sldMkLst>
          <pc:docMk/>
          <pc:sldMk cId="1699355742" sldId="284"/>
        </pc:sldMkLst>
      </pc:sldChg>
      <pc:sldChg chg="delSp modSp add del mod ord">
        <pc:chgData name="João Vítor Correia Pessoa" userId="78ef02c7a44822d0" providerId="LiveId" clId="{BDB8AAEE-F67F-49EB-A4A1-66BD23946D08}" dt="2025-02-17T12:45:22.882" v="1121" actId="47"/>
        <pc:sldMkLst>
          <pc:docMk/>
          <pc:sldMk cId="3766750935" sldId="284"/>
        </pc:sldMkLst>
      </pc:sldChg>
      <pc:sldChg chg="addSp delSp modSp add mod ord">
        <pc:chgData name="João Vítor Correia Pessoa" userId="78ef02c7a44822d0" providerId="LiveId" clId="{BDB8AAEE-F67F-49EB-A4A1-66BD23946D08}" dt="2025-02-17T12:56:40.049" v="1337" actId="1076"/>
        <pc:sldMkLst>
          <pc:docMk/>
          <pc:sldMk cId="1831676917" sldId="285"/>
        </pc:sldMkLst>
      </pc:sldChg>
    </pc:docChg>
  </pc:docChgLst>
</pc:chgInfo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520E27B-E456-4081-B5B5-FC20BC83D264}" authorId="{95582667-6102-27E7-ED8E-01A166EB4B6B}" created="2025-09-29T00:56:22.718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Colocar uma coluna pra equações do DL e uma coluna com as equações do UL. x e y.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D97E2-485C-4CB1-B9FC-7D228819CB27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471A5-274F-49CF-ABDC-16FA5BD85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0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471A5-274F-49CF-ABDC-16FA5BD852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27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ECE03-BA7E-003A-DBEE-F8493C42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A2AEC1-7A96-74F4-4A9F-270B7A80E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73BBF2-C8C3-BC1A-87A9-B69F2D10A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AB9146-82D0-C52E-BD43-165619208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471A5-274F-49CF-ABDC-16FA5BD8524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86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3ECD-1B29-8176-299F-226E9E02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E68A9A-9A2B-D3C4-C5BB-D6BA2E708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36B692-5E29-4A29-0EBA-6507C7570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3F2D70-065E-9246-16C5-2A7000070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471A5-274F-49CF-ABDC-16FA5BD852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1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52873-AAAE-D678-1452-D7539B3D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5BF6F0-1439-A305-B3B5-4E3DF2C9C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888F46-CEAE-F74A-0E18-5D7B46FFF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0D9B86-0458-2AF2-B25B-A2E0A1B43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471A5-274F-49CF-ABDC-16FA5BD852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8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524D-374C-8258-1E4D-E4209153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2A15B-1445-2CCD-1129-A4F6947A5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DED81-CF87-BB88-84D3-01098770D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983E0-1145-7E42-782A-678896751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8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6D9BC-E14C-CBC4-7171-6B01839B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F4018-839B-D131-6CFD-8F0344B34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E5860-F5FF-7F3C-B6AB-09D97D4C6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99533-6EB1-A1EA-9046-797DB697E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65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3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6695" y="5524500"/>
            <a:ext cx="10231582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João Vítor Correia Pessoa and </a:t>
            </a:r>
            <a:r>
              <a:rPr lang="en-US" sz="2400" spc="25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D.Sc. Rafael da Silva Chaves</a:t>
            </a:r>
            <a:endParaRPr lang="en-US" sz="24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59769" y="3656335"/>
            <a:ext cx="13968461" cy="1642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On Performance of Massive MIMO Systems with Solid-state Amplifiers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59768" y="316992"/>
            <a:ext cx="13968461" cy="310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2"/>
              </a:lnSpc>
              <a:spcBef>
                <a:spcPct val="0"/>
              </a:spcBef>
            </a:pPr>
            <a:r>
              <a:rPr lang="en-US" sz="1900" spc="1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XLIII BRAZILIAN SYMPOSIUM ON TELECOMMUNICATIONS AND SIGNAL PROCESSING - </a:t>
            </a:r>
            <a:r>
              <a:rPr lang="en-US" sz="1900" spc="186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SBrT</a:t>
            </a:r>
            <a:r>
              <a:rPr lang="en-US" sz="1900" spc="1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02129" y="9220200"/>
            <a:ext cx="3283741" cy="74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</a:pPr>
            <a:r>
              <a:rPr lang="en-US" sz="2199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Natal</a:t>
            </a:r>
          </a:p>
          <a:p>
            <a:pPr algn="ctr">
              <a:lnSpc>
                <a:spcPts val="3035"/>
              </a:lnSpc>
              <a:spcBef>
                <a:spcPct val="0"/>
              </a:spcBef>
            </a:pPr>
            <a:r>
              <a:rPr lang="en-US" sz="2199" spc="21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29-09-2025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400300"/>
            <a:ext cx="1022738" cy="5029200"/>
            <a:chOff x="0" y="0"/>
            <a:chExt cx="242193" cy="1488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2193" cy="1488314"/>
            </a:xfrm>
            <a:custGeom>
              <a:avLst/>
              <a:gdLst/>
              <a:ahLst/>
              <a:cxnLst/>
              <a:rect l="l" t="t" r="r" b="b"/>
              <a:pathLst>
                <a:path w="242193" h="1488314">
                  <a:moveTo>
                    <a:pt x="0" y="0"/>
                  </a:moveTo>
                  <a:lnTo>
                    <a:pt x="242193" y="0"/>
                  </a:lnTo>
                  <a:lnTo>
                    <a:pt x="242193" y="1488314"/>
                  </a:lnTo>
                  <a:lnTo>
                    <a:pt x="0" y="1488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2193" cy="1526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08524" y="2552700"/>
            <a:ext cx="7391400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6667" y="4212266"/>
            <a:ext cx="7373257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SOLID STATE AMPLIFIER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6667" y="5016341"/>
            <a:ext cx="7391400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20522" y="9713338"/>
            <a:ext cx="233638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3177" y="2600325"/>
            <a:ext cx="6948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3177" y="3406295"/>
            <a:ext cx="6948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3177" y="4212266"/>
            <a:ext cx="6948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3177" y="5018236"/>
            <a:ext cx="6948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3177" y="5824207"/>
            <a:ext cx="6948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08524" y="5852134"/>
            <a:ext cx="7391400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863"/>
              </a:lnSpc>
              <a:spcBef>
                <a:spcPct val="0"/>
              </a:spcBef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SIMULATION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981164"/>
            <a:ext cx="15766632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79BFCAAD-9687-51C6-9B51-28B567C959C5}"/>
              </a:ext>
            </a:extLst>
          </p:cNvPr>
          <p:cNvSpPr txBox="1"/>
          <p:nvPr/>
        </p:nvSpPr>
        <p:spPr>
          <a:xfrm>
            <a:off x="2352067" y="3388493"/>
            <a:ext cx="7347858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MASSIVE MIMO SYSTEM MODEL</a:t>
            </a:r>
          </a:p>
        </p:txBody>
      </p:sp>
      <p:pic>
        <p:nvPicPr>
          <p:cNvPr id="1026" name="Picture 2" descr="SBrT :: Sociedade Brasileira de Telecomunicações">
            <a:extLst>
              <a:ext uri="{FF2B5EF4-FFF2-40B4-BE49-F238E27FC236}">
                <a16:creationId xmlns:a16="http://schemas.microsoft.com/office/drawing/2014/main" id="{7915013E-09C5-3F49-11E0-DF82AEBB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DF781ABB-7850-CD29-A2C3-C5DD8E9C2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10" name="TextBox 16">
            <a:extLst>
              <a:ext uri="{FF2B5EF4-FFF2-40B4-BE49-F238E27FC236}">
                <a16:creationId xmlns:a16="http://schemas.microsoft.com/office/drawing/2014/main" id="{4B46F1E1-80CD-30AD-E106-43D3EAF9659A}"/>
              </a:ext>
            </a:extLst>
          </p:cNvPr>
          <p:cNvSpPr txBox="1"/>
          <p:nvPr/>
        </p:nvSpPr>
        <p:spPr>
          <a:xfrm>
            <a:off x="1193177" y="6703053"/>
            <a:ext cx="694895" cy="40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i="1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06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0BA25540-A534-214C-BFE1-66F36A745DE6}"/>
              </a:ext>
            </a:extLst>
          </p:cNvPr>
          <p:cNvSpPr txBox="1"/>
          <p:nvPr/>
        </p:nvSpPr>
        <p:spPr>
          <a:xfrm>
            <a:off x="2308524" y="6671880"/>
            <a:ext cx="7391400" cy="46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63"/>
              </a:lnSpc>
              <a:spcBef>
                <a:spcPct val="0"/>
              </a:spcBef>
            </a:pPr>
            <a:r>
              <a:rPr lang="en-US" sz="2799" b="1" spc="274">
                <a:solidFill>
                  <a:srgbClr val="231F20"/>
                </a:solidFill>
                <a:latin typeface="Montserrat" pitchFamily="2" charset="0"/>
                <a:ea typeface="Lato"/>
                <a:cs typeface="Lato"/>
                <a:sym typeface="Lato"/>
              </a:rPr>
              <a:t>CONCLUSION AND FUTURE WORK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920522" y="9713338"/>
            <a:ext cx="233638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52500"/>
            <a:ext cx="16230600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CDD7166-2079-180D-E1D0-4F9DB9BB6C9A}"/>
              </a:ext>
            </a:extLst>
          </p:cNvPr>
          <p:cNvSpPr/>
          <p:nvPr/>
        </p:nvSpPr>
        <p:spPr>
          <a:xfrm>
            <a:off x="1028700" y="2247900"/>
            <a:ext cx="428162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What is Massive MIMO?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5D00A74-FE63-2CA5-B910-E5D139E3FC3A}"/>
              </a:ext>
            </a:extLst>
          </p:cNvPr>
          <p:cNvSpPr/>
          <p:nvPr/>
        </p:nvSpPr>
        <p:spPr>
          <a:xfrm>
            <a:off x="1386254" y="2879304"/>
            <a:ext cx="885338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Multiple-Input Multiple-Output technology with large antenna arrays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261CCC6-9004-8A08-D4C9-63800B9B7739}"/>
              </a:ext>
            </a:extLst>
          </p:cNvPr>
          <p:cNvSpPr/>
          <p:nvPr/>
        </p:nvSpPr>
        <p:spPr>
          <a:xfrm>
            <a:off x="1386254" y="3365078"/>
            <a:ext cx="70083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Base station (BS) equipped with hundreds of antennas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4C261DA-E953-3C77-BA88-373D9B35E72A}"/>
              </a:ext>
            </a:extLst>
          </p:cNvPr>
          <p:cNvSpPr/>
          <p:nvPr/>
        </p:nvSpPr>
        <p:spPr>
          <a:xfrm>
            <a:off x="1028700" y="4309213"/>
            <a:ext cx="151483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Benefits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74903CB-A5DF-4B77-A0FE-3FBCC760779F}"/>
              </a:ext>
            </a:extLst>
          </p:cNvPr>
          <p:cNvSpPr/>
          <p:nvPr/>
        </p:nvSpPr>
        <p:spPr>
          <a:xfrm>
            <a:off x="1391287" y="4940618"/>
            <a:ext cx="361958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Increased spectral efficiency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2DFC83E-81C6-6E99-7673-04C7779BAC73}"/>
              </a:ext>
            </a:extLst>
          </p:cNvPr>
          <p:cNvSpPr/>
          <p:nvPr/>
        </p:nvSpPr>
        <p:spPr>
          <a:xfrm>
            <a:off x="1391287" y="5769107"/>
            <a:ext cx="562974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Improved reliability through spatial diversity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32BA8D6-124A-2ED1-653A-E1E7021ED5BC}"/>
              </a:ext>
            </a:extLst>
          </p:cNvPr>
          <p:cNvSpPr/>
          <p:nvPr/>
        </p:nvSpPr>
        <p:spPr>
          <a:xfrm>
            <a:off x="1389884" y="6175721"/>
            <a:ext cx="57708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Reduced interference through beamforming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9FC6432-4893-1953-C21F-7085716A119A}"/>
              </a:ext>
            </a:extLst>
          </p:cNvPr>
          <p:cNvSpPr/>
          <p:nvPr/>
        </p:nvSpPr>
        <p:spPr>
          <a:xfrm>
            <a:off x="1050610" y="7255148"/>
            <a:ext cx="227305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Applications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A5D0159-5B87-30EB-9C98-4549CFE9FBAA}"/>
              </a:ext>
            </a:extLst>
          </p:cNvPr>
          <p:cNvSpPr/>
          <p:nvPr/>
        </p:nvSpPr>
        <p:spPr>
          <a:xfrm>
            <a:off x="1393510" y="7923372"/>
            <a:ext cx="416460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5G and beyond mobile networks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4EDD154-B5AD-AB3C-5193-294127AE1751}"/>
              </a:ext>
            </a:extLst>
          </p:cNvPr>
          <p:cNvSpPr/>
          <p:nvPr/>
        </p:nvSpPr>
        <p:spPr>
          <a:xfrm>
            <a:off x="1393510" y="8409146"/>
            <a:ext cx="408926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IoT and smart city infrastructure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012440E6-31F9-F1CE-BD61-B6CF4DFEF395}"/>
              </a:ext>
            </a:extLst>
          </p:cNvPr>
          <p:cNvSpPr/>
          <p:nvPr/>
        </p:nvSpPr>
        <p:spPr>
          <a:xfrm>
            <a:off x="1393510" y="8894922"/>
            <a:ext cx="450924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High-density wireless deployments</a:t>
            </a:r>
          </a:p>
        </p:txBody>
      </p:sp>
      <p:grpSp>
        <p:nvGrpSpPr>
          <p:cNvPr id="18" name="Group 28">
            <a:extLst>
              <a:ext uri="{FF2B5EF4-FFF2-40B4-BE49-F238E27FC236}">
                <a16:creationId xmlns:a16="http://schemas.microsoft.com/office/drawing/2014/main" id="{75F1AF28-C7D4-14A0-9B36-BB8205319793}"/>
              </a:ext>
            </a:extLst>
          </p:cNvPr>
          <p:cNvGrpSpPr/>
          <p:nvPr/>
        </p:nvGrpSpPr>
        <p:grpSpPr>
          <a:xfrm rot="18791400">
            <a:off x="1076523" y="2975008"/>
            <a:ext cx="104629" cy="116369"/>
            <a:chOff x="0" y="0"/>
            <a:chExt cx="27556" cy="27610"/>
          </a:xfrm>
        </p:grpSpPr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7D6F22D3-5B39-9022-936E-2587605BAC0F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TextBox 30">
              <a:extLst>
                <a:ext uri="{FF2B5EF4-FFF2-40B4-BE49-F238E27FC236}">
                  <a16:creationId xmlns:a16="http://schemas.microsoft.com/office/drawing/2014/main" id="{F8DF66EE-7E40-414C-A653-D91DACC97899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1" name="Group 28">
            <a:extLst>
              <a:ext uri="{FF2B5EF4-FFF2-40B4-BE49-F238E27FC236}">
                <a16:creationId xmlns:a16="http://schemas.microsoft.com/office/drawing/2014/main" id="{874F5184-3FA2-029E-1F28-4DB5887C257A}"/>
              </a:ext>
            </a:extLst>
          </p:cNvPr>
          <p:cNvGrpSpPr/>
          <p:nvPr/>
        </p:nvGrpSpPr>
        <p:grpSpPr>
          <a:xfrm rot="18791400">
            <a:off x="1065637" y="3460783"/>
            <a:ext cx="104629" cy="116369"/>
            <a:chOff x="0" y="0"/>
            <a:chExt cx="27556" cy="27610"/>
          </a:xfrm>
        </p:grpSpPr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1CCC0121-CF92-746D-F130-4006A542C8F6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TextBox 30">
              <a:extLst>
                <a:ext uri="{FF2B5EF4-FFF2-40B4-BE49-F238E27FC236}">
                  <a16:creationId xmlns:a16="http://schemas.microsoft.com/office/drawing/2014/main" id="{DFADD2CD-CC41-5E35-DDE1-A00723AFB601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4" name="Group 28">
            <a:extLst>
              <a:ext uri="{FF2B5EF4-FFF2-40B4-BE49-F238E27FC236}">
                <a16:creationId xmlns:a16="http://schemas.microsoft.com/office/drawing/2014/main" id="{369BC7F6-EC32-6F2F-BD2F-37F87D779D93}"/>
              </a:ext>
            </a:extLst>
          </p:cNvPr>
          <p:cNvGrpSpPr/>
          <p:nvPr/>
        </p:nvGrpSpPr>
        <p:grpSpPr>
          <a:xfrm rot="18791400">
            <a:off x="1090357" y="5038780"/>
            <a:ext cx="104629" cy="116369"/>
            <a:chOff x="0" y="0"/>
            <a:chExt cx="27556" cy="27610"/>
          </a:xfrm>
        </p:grpSpPr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6006136F-9437-EA49-2471-F288DAAF5B4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TextBox 30">
              <a:extLst>
                <a:ext uri="{FF2B5EF4-FFF2-40B4-BE49-F238E27FC236}">
                  <a16:creationId xmlns:a16="http://schemas.microsoft.com/office/drawing/2014/main" id="{35702FF0-AD5A-43D3-F2D5-B55F88E4324C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7" name="Group 28">
            <a:extLst>
              <a:ext uri="{FF2B5EF4-FFF2-40B4-BE49-F238E27FC236}">
                <a16:creationId xmlns:a16="http://schemas.microsoft.com/office/drawing/2014/main" id="{309AD0BA-7BE6-1E82-5ECD-B92996A1561B}"/>
              </a:ext>
            </a:extLst>
          </p:cNvPr>
          <p:cNvGrpSpPr/>
          <p:nvPr/>
        </p:nvGrpSpPr>
        <p:grpSpPr>
          <a:xfrm rot="18791400">
            <a:off x="1081555" y="5466948"/>
            <a:ext cx="104629" cy="116369"/>
            <a:chOff x="0" y="0"/>
            <a:chExt cx="27556" cy="27610"/>
          </a:xfrm>
        </p:grpSpPr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9E0B1B77-52A2-8607-2680-146A71B672EB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TextBox 30">
              <a:extLst>
                <a:ext uri="{FF2B5EF4-FFF2-40B4-BE49-F238E27FC236}">
                  <a16:creationId xmlns:a16="http://schemas.microsoft.com/office/drawing/2014/main" id="{8F7F70C1-E94E-E57D-9D5F-9B1B246BDA3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0" name="Group 28">
            <a:extLst>
              <a:ext uri="{FF2B5EF4-FFF2-40B4-BE49-F238E27FC236}">
                <a16:creationId xmlns:a16="http://schemas.microsoft.com/office/drawing/2014/main" id="{EC417C2E-3AFB-5D79-32E1-C905DAB1F686}"/>
              </a:ext>
            </a:extLst>
          </p:cNvPr>
          <p:cNvGrpSpPr/>
          <p:nvPr/>
        </p:nvGrpSpPr>
        <p:grpSpPr>
          <a:xfrm rot="18791400">
            <a:off x="1081554" y="5844132"/>
            <a:ext cx="104629" cy="116369"/>
            <a:chOff x="0" y="0"/>
            <a:chExt cx="27556" cy="27610"/>
          </a:xfrm>
        </p:grpSpPr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72CA0ABB-B700-03ED-B35D-929666438357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2" name="TextBox 30">
              <a:extLst>
                <a:ext uri="{FF2B5EF4-FFF2-40B4-BE49-F238E27FC236}">
                  <a16:creationId xmlns:a16="http://schemas.microsoft.com/office/drawing/2014/main" id="{28F7E1F5-E76D-A88B-8934-2A267C394C93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4" name="Group 28">
            <a:extLst>
              <a:ext uri="{FF2B5EF4-FFF2-40B4-BE49-F238E27FC236}">
                <a16:creationId xmlns:a16="http://schemas.microsoft.com/office/drawing/2014/main" id="{5F6964D7-BD74-DCA6-8335-2BA6CC8C53A2}"/>
              </a:ext>
            </a:extLst>
          </p:cNvPr>
          <p:cNvGrpSpPr/>
          <p:nvPr/>
        </p:nvGrpSpPr>
        <p:grpSpPr>
          <a:xfrm rot="18791400">
            <a:off x="1081554" y="6262224"/>
            <a:ext cx="104629" cy="116369"/>
            <a:chOff x="0" y="0"/>
            <a:chExt cx="27556" cy="27610"/>
          </a:xfrm>
        </p:grpSpPr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903FEE81-F096-E701-A851-90F5650A300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8" name="TextBox 30">
              <a:extLst>
                <a:ext uri="{FF2B5EF4-FFF2-40B4-BE49-F238E27FC236}">
                  <a16:creationId xmlns:a16="http://schemas.microsoft.com/office/drawing/2014/main" id="{C4778EA7-2220-DD6E-A648-300F89FB8806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137B7E08-30BC-4F62-42BF-40B265404BC2}"/>
              </a:ext>
            </a:extLst>
          </p:cNvPr>
          <p:cNvGrpSpPr/>
          <p:nvPr/>
        </p:nvGrpSpPr>
        <p:grpSpPr>
          <a:xfrm rot="18791400">
            <a:off x="1080151" y="8019076"/>
            <a:ext cx="104629" cy="116369"/>
            <a:chOff x="0" y="0"/>
            <a:chExt cx="27556" cy="27610"/>
          </a:xfrm>
        </p:grpSpPr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0C736314-35CC-207D-BABC-9CC900BE9C95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1" name="TextBox 30">
              <a:extLst>
                <a:ext uri="{FF2B5EF4-FFF2-40B4-BE49-F238E27FC236}">
                  <a16:creationId xmlns:a16="http://schemas.microsoft.com/office/drawing/2014/main" id="{A7E8B2A4-DF5A-1B42-99D3-1222D876092D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2" name="Group 28">
            <a:extLst>
              <a:ext uri="{FF2B5EF4-FFF2-40B4-BE49-F238E27FC236}">
                <a16:creationId xmlns:a16="http://schemas.microsoft.com/office/drawing/2014/main" id="{6C566783-6C86-D3E1-1211-F5F2F77DBBA1}"/>
              </a:ext>
            </a:extLst>
          </p:cNvPr>
          <p:cNvGrpSpPr/>
          <p:nvPr/>
        </p:nvGrpSpPr>
        <p:grpSpPr>
          <a:xfrm rot="18791400">
            <a:off x="1078068" y="8504849"/>
            <a:ext cx="104629" cy="116369"/>
            <a:chOff x="0" y="0"/>
            <a:chExt cx="27556" cy="27610"/>
          </a:xfrm>
        </p:grpSpPr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1276F1AC-3922-8AA5-9B10-E026365A561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4" name="TextBox 30">
              <a:extLst>
                <a:ext uri="{FF2B5EF4-FFF2-40B4-BE49-F238E27FC236}">
                  <a16:creationId xmlns:a16="http://schemas.microsoft.com/office/drawing/2014/main" id="{FCA5D5FD-11C1-23C7-BA59-7AFBA2E06C7E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5" name="Group 28">
            <a:extLst>
              <a:ext uri="{FF2B5EF4-FFF2-40B4-BE49-F238E27FC236}">
                <a16:creationId xmlns:a16="http://schemas.microsoft.com/office/drawing/2014/main" id="{1745A47E-6F43-1B7F-32F3-DE61488FFA76}"/>
              </a:ext>
            </a:extLst>
          </p:cNvPr>
          <p:cNvGrpSpPr/>
          <p:nvPr/>
        </p:nvGrpSpPr>
        <p:grpSpPr>
          <a:xfrm rot="18791400">
            <a:off x="1076524" y="8986591"/>
            <a:ext cx="104629" cy="116369"/>
            <a:chOff x="0" y="0"/>
            <a:chExt cx="27556" cy="27610"/>
          </a:xfrm>
        </p:grpSpPr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A8B16393-B527-0EC6-FF34-836448750638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7" name="TextBox 30">
              <a:extLst>
                <a:ext uri="{FF2B5EF4-FFF2-40B4-BE49-F238E27FC236}">
                  <a16:creationId xmlns:a16="http://schemas.microsoft.com/office/drawing/2014/main" id="{3E50CA92-76ED-FA8B-0033-651A295741A3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48" name="Text 3">
            <a:extLst>
              <a:ext uri="{FF2B5EF4-FFF2-40B4-BE49-F238E27FC236}">
                <a16:creationId xmlns:a16="http://schemas.microsoft.com/office/drawing/2014/main" id="{5271567E-4A34-BA64-2BF7-E93D65DE69B6}"/>
              </a:ext>
            </a:extLst>
          </p:cNvPr>
          <p:cNvSpPr/>
          <p:nvPr/>
        </p:nvSpPr>
        <p:spPr>
          <a:xfrm>
            <a:off x="1402170" y="3823091"/>
            <a:ext cx="70083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Serves multiple user equipment (UE) simultaneously</a:t>
            </a:r>
          </a:p>
        </p:txBody>
      </p:sp>
      <p:grpSp>
        <p:nvGrpSpPr>
          <p:cNvPr id="50" name="Group 28">
            <a:extLst>
              <a:ext uri="{FF2B5EF4-FFF2-40B4-BE49-F238E27FC236}">
                <a16:creationId xmlns:a16="http://schemas.microsoft.com/office/drawing/2014/main" id="{2E268F5E-8355-21CE-C8ED-FDA3D837FAA7}"/>
              </a:ext>
            </a:extLst>
          </p:cNvPr>
          <p:cNvGrpSpPr/>
          <p:nvPr/>
        </p:nvGrpSpPr>
        <p:grpSpPr>
          <a:xfrm rot="18791400">
            <a:off x="1081553" y="3918796"/>
            <a:ext cx="104629" cy="116369"/>
            <a:chOff x="0" y="0"/>
            <a:chExt cx="27556" cy="27610"/>
          </a:xfrm>
        </p:grpSpPr>
        <p:sp>
          <p:nvSpPr>
            <p:cNvPr id="51" name="Freeform 29">
              <a:extLst>
                <a:ext uri="{FF2B5EF4-FFF2-40B4-BE49-F238E27FC236}">
                  <a16:creationId xmlns:a16="http://schemas.microsoft.com/office/drawing/2014/main" id="{C2D059BB-6108-92FA-7B97-ACBD20CDB06B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2" name="TextBox 30">
              <a:extLst>
                <a:ext uri="{FF2B5EF4-FFF2-40B4-BE49-F238E27FC236}">
                  <a16:creationId xmlns:a16="http://schemas.microsoft.com/office/drawing/2014/main" id="{8AFEA989-FA52-71E8-8921-C7D2BE41DC8D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53" name="Text 5">
            <a:extLst>
              <a:ext uri="{FF2B5EF4-FFF2-40B4-BE49-F238E27FC236}">
                <a16:creationId xmlns:a16="http://schemas.microsoft.com/office/drawing/2014/main" id="{E41A7F76-9F5D-3EB7-FBEB-3AACF2A7FC90}"/>
              </a:ext>
            </a:extLst>
          </p:cNvPr>
          <p:cNvSpPr/>
          <p:nvPr/>
        </p:nvSpPr>
        <p:spPr>
          <a:xfrm>
            <a:off x="1391287" y="5359206"/>
            <a:ext cx="361958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Enhanced energy efficiency</a:t>
            </a: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0B6DBAD8-2A43-FE28-BE98-F6C0C86240B2}"/>
              </a:ext>
            </a:extLst>
          </p:cNvPr>
          <p:cNvSpPr/>
          <p:nvPr/>
        </p:nvSpPr>
        <p:spPr>
          <a:xfrm>
            <a:off x="1402170" y="6595425"/>
            <a:ext cx="686085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Support for high-speed, low-latency communications</a:t>
            </a:r>
          </a:p>
        </p:txBody>
      </p:sp>
      <p:grpSp>
        <p:nvGrpSpPr>
          <p:cNvPr id="55" name="Group 28">
            <a:extLst>
              <a:ext uri="{FF2B5EF4-FFF2-40B4-BE49-F238E27FC236}">
                <a16:creationId xmlns:a16="http://schemas.microsoft.com/office/drawing/2014/main" id="{E5C7D1AC-6E01-4CD2-AACD-8C4157D5DC9B}"/>
              </a:ext>
            </a:extLst>
          </p:cNvPr>
          <p:cNvGrpSpPr/>
          <p:nvPr/>
        </p:nvGrpSpPr>
        <p:grpSpPr>
          <a:xfrm rot="18791400">
            <a:off x="1093840" y="6681928"/>
            <a:ext cx="104629" cy="116369"/>
            <a:chOff x="0" y="0"/>
            <a:chExt cx="27556" cy="27610"/>
          </a:xfrm>
        </p:grpSpPr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B19B142A-501F-490D-A182-3C4BA711C8BA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7" name="TextBox 30">
              <a:extLst>
                <a:ext uri="{FF2B5EF4-FFF2-40B4-BE49-F238E27FC236}">
                  <a16:creationId xmlns:a16="http://schemas.microsoft.com/office/drawing/2014/main" id="{4241009D-7C23-688F-4481-B9825F139E98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0CC078CD-5AF8-E4F8-51B6-5FFCFF1DF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9B44C71E-3662-6947-13E7-14DCD1D5A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pic>
        <p:nvPicPr>
          <p:cNvPr id="13318" name="Picture 6" descr="Thinking Stick Man Vector Images (over 1,600)">
            <a:extLst>
              <a:ext uri="{FF2B5EF4-FFF2-40B4-BE49-F238E27FC236}">
                <a16:creationId xmlns:a16="http://schemas.microsoft.com/office/drawing/2014/main" id="{51079312-D390-549F-85BB-0577E7A2B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969" y="3823091"/>
            <a:ext cx="3619581" cy="346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986C-A299-6218-DDD5-F26EEEFE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FB7B0A7-22D9-7E0C-94E6-A5301A16A2D8}"/>
              </a:ext>
            </a:extLst>
          </p:cNvPr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4EC318-B13B-9634-9523-900E11852B7B}"/>
              </a:ext>
            </a:extLst>
          </p:cNvPr>
          <p:cNvSpPr txBox="1"/>
          <p:nvPr/>
        </p:nvSpPr>
        <p:spPr>
          <a:xfrm>
            <a:off x="1028700" y="952500"/>
            <a:ext cx="16230600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A6097206-CBF4-62C2-4332-61FBED9B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5A476DE1-41DB-EADE-B294-C8B2BDF2F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3887393-0927-D29B-F1ED-F2C0B388440D}"/>
              </a:ext>
            </a:extLst>
          </p:cNvPr>
          <p:cNvSpPr/>
          <p:nvPr/>
        </p:nvSpPr>
        <p:spPr>
          <a:xfrm>
            <a:off x="1007918" y="2074537"/>
            <a:ext cx="465512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Key Hardware Challenges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B95CBF78-43A2-9A05-6980-024EA992697A}"/>
              </a:ext>
            </a:extLst>
          </p:cNvPr>
          <p:cNvSpPr/>
          <p:nvPr/>
        </p:nvSpPr>
        <p:spPr>
          <a:xfrm>
            <a:off x="1350818" y="2753829"/>
            <a:ext cx="584454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Large antenna arrays increase hardware costs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8251992B-C477-3F5D-5744-8301C167C38D}"/>
              </a:ext>
            </a:extLst>
          </p:cNvPr>
          <p:cNvSpPr/>
          <p:nvPr/>
        </p:nvSpPr>
        <p:spPr>
          <a:xfrm>
            <a:off x="1350818" y="3219193"/>
            <a:ext cx="701474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Trade-off between component quality and system cost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BA9B2582-5DEF-F1CF-64B8-09E3FD749053}"/>
              </a:ext>
            </a:extLst>
          </p:cNvPr>
          <p:cNvSpPr/>
          <p:nvPr/>
        </p:nvSpPr>
        <p:spPr>
          <a:xfrm>
            <a:off x="1350819" y="3684557"/>
            <a:ext cx="720389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Lower-quality hardware introduces nonlinear distortions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B67573D3-0E38-5D0F-C06F-390AFA45BB2C}"/>
              </a:ext>
            </a:extLst>
          </p:cNvPr>
          <p:cNvSpPr/>
          <p:nvPr/>
        </p:nvSpPr>
        <p:spPr>
          <a:xfrm>
            <a:off x="1350819" y="4149923"/>
            <a:ext cx="73818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Degradation of spectral efficiency and channel reciprocity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DC0BF7-197C-F084-592A-3D89DBB9382B}"/>
              </a:ext>
            </a:extLst>
          </p:cNvPr>
          <p:cNvSpPr/>
          <p:nvPr/>
        </p:nvSpPr>
        <p:spPr>
          <a:xfrm>
            <a:off x="1007918" y="4659360"/>
            <a:ext cx="5196935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Main Sources of Nonlinearity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E4BC4CEB-9C8A-E14D-6350-1DAECF910848}"/>
              </a:ext>
            </a:extLst>
          </p:cNvPr>
          <p:cNvSpPr/>
          <p:nvPr/>
        </p:nvSpPr>
        <p:spPr>
          <a:xfrm>
            <a:off x="1350819" y="5347550"/>
            <a:ext cx="672638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00" b="1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Power Amplifiers (PAs) </a:t>
            </a:r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- Primary focus of the study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9544A71F-B1EA-7B4E-7C0D-B864FFCB47BD}"/>
              </a:ext>
            </a:extLst>
          </p:cNvPr>
          <p:cNvSpPr/>
          <p:nvPr/>
        </p:nvSpPr>
        <p:spPr>
          <a:xfrm>
            <a:off x="4562657" y="5325796"/>
            <a:ext cx="6732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992F890A-1A06-87EB-E515-BC303D96CE10}"/>
              </a:ext>
            </a:extLst>
          </p:cNvPr>
          <p:cNvSpPr/>
          <p:nvPr/>
        </p:nvSpPr>
        <p:spPr>
          <a:xfrm>
            <a:off x="1350817" y="5880491"/>
            <a:ext cx="774731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Analog-to-Digital (AD) and Digital-to-Analog (DA) converters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829A3C05-2535-41D2-97DD-017BD963F87F}"/>
              </a:ext>
            </a:extLst>
          </p:cNvPr>
          <p:cNvSpPr/>
          <p:nvPr/>
        </p:nvSpPr>
        <p:spPr>
          <a:xfrm>
            <a:off x="1053685" y="6409330"/>
            <a:ext cx="5738750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Impact on System Performance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58E5883D-BC83-ADC9-B9BE-3918EBAFA044}"/>
              </a:ext>
            </a:extLst>
          </p:cNvPr>
          <p:cNvSpPr/>
          <p:nvPr/>
        </p:nvSpPr>
        <p:spPr>
          <a:xfrm>
            <a:off x="1424430" y="7099885"/>
            <a:ext cx="341119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Reduced energy efficiency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537418F5-9571-5863-FF42-2DF5C5DABA2F}"/>
              </a:ext>
            </a:extLst>
          </p:cNvPr>
          <p:cNvSpPr/>
          <p:nvPr/>
        </p:nvSpPr>
        <p:spPr>
          <a:xfrm>
            <a:off x="1424430" y="7642810"/>
            <a:ext cx="492923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Impaired channel estimation accuracy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6" name="Text 14">
            <a:extLst>
              <a:ext uri="{FF2B5EF4-FFF2-40B4-BE49-F238E27FC236}">
                <a16:creationId xmlns:a16="http://schemas.microsoft.com/office/drawing/2014/main" id="{F976DF3D-E0F8-2E7D-AA43-ECE57A548622}"/>
              </a:ext>
            </a:extLst>
          </p:cNvPr>
          <p:cNvSpPr/>
          <p:nvPr/>
        </p:nvSpPr>
        <p:spPr>
          <a:xfrm>
            <a:off x="1424430" y="8185735"/>
            <a:ext cx="487954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Degraded beamforming performance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8B7E64C1-8BC9-69FE-6B94-1F0FB0FDC277}"/>
              </a:ext>
            </a:extLst>
          </p:cNvPr>
          <p:cNvSpPr/>
          <p:nvPr/>
        </p:nvSpPr>
        <p:spPr>
          <a:xfrm>
            <a:off x="1424430" y="8728661"/>
            <a:ext cx="705802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High PAPR signals particularly susceptible to distortion</a:t>
            </a:r>
            <a:endParaRPr lang="en-US" sz="2000">
              <a:latin typeface="Montserrat" pitchFamily="2" charset="0"/>
            </a:endParaRPr>
          </a:p>
        </p:txBody>
      </p:sp>
      <p:grpSp>
        <p:nvGrpSpPr>
          <p:cNvPr id="115" name="Group 28">
            <a:extLst>
              <a:ext uri="{FF2B5EF4-FFF2-40B4-BE49-F238E27FC236}">
                <a16:creationId xmlns:a16="http://schemas.microsoft.com/office/drawing/2014/main" id="{DA05B509-C62B-2FCA-357B-2BD51817B7C9}"/>
              </a:ext>
            </a:extLst>
          </p:cNvPr>
          <p:cNvGrpSpPr/>
          <p:nvPr/>
        </p:nvGrpSpPr>
        <p:grpSpPr>
          <a:xfrm rot="18791400">
            <a:off x="1068468" y="2838463"/>
            <a:ext cx="104629" cy="116369"/>
            <a:chOff x="0" y="0"/>
            <a:chExt cx="27556" cy="27610"/>
          </a:xfrm>
        </p:grpSpPr>
        <p:sp>
          <p:nvSpPr>
            <p:cNvPr id="116" name="Freeform 29">
              <a:extLst>
                <a:ext uri="{FF2B5EF4-FFF2-40B4-BE49-F238E27FC236}">
                  <a16:creationId xmlns:a16="http://schemas.microsoft.com/office/drawing/2014/main" id="{81D33946-47EB-7E5A-3B62-CB60BC14C6FC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7" name="TextBox 30">
              <a:extLst>
                <a:ext uri="{FF2B5EF4-FFF2-40B4-BE49-F238E27FC236}">
                  <a16:creationId xmlns:a16="http://schemas.microsoft.com/office/drawing/2014/main" id="{C8E51A1B-8553-94A5-2E3A-1D75E346BCF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18" name="Group 28">
            <a:extLst>
              <a:ext uri="{FF2B5EF4-FFF2-40B4-BE49-F238E27FC236}">
                <a16:creationId xmlns:a16="http://schemas.microsoft.com/office/drawing/2014/main" id="{A663B766-A0D0-3A8B-7E7A-6928F1D5A154}"/>
              </a:ext>
            </a:extLst>
          </p:cNvPr>
          <p:cNvGrpSpPr/>
          <p:nvPr/>
        </p:nvGrpSpPr>
        <p:grpSpPr>
          <a:xfrm rot="18791400">
            <a:off x="1057775" y="3303827"/>
            <a:ext cx="104629" cy="116369"/>
            <a:chOff x="0" y="0"/>
            <a:chExt cx="27556" cy="27610"/>
          </a:xfrm>
        </p:grpSpPr>
        <p:sp>
          <p:nvSpPr>
            <p:cNvPr id="119" name="Freeform 29">
              <a:extLst>
                <a:ext uri="{FF2B5EF4-FFF2-40B4-BE49-F238E27FC236}">
                  <a16:creationId xmlns:a16="http://schemas.microsoft.com/office/drawing/2014/main" id="{E4FC7D83-5749-1DF2-454C-50F76A9675AF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0" name="TextBox 30">
              <a:extLst>
                <a:ext uri="{FF2B5EF4-FFF2-40B4-BE49-F238E27FC236}">
                  <a16:creationId xmlns:a16="http://schemas.microsoft.com/office/drawing/2014/main" id="{A73B5C94-4FD7-77B5-40B9-26DE244302B9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21" name="Group 28">
            <a:extLst>
              <a:ext uri="{FF2B5EF4-FFF2-40B4-BE49-F238E27FC236}">
                <a16:creationId xmlns:a16="http://schemas.microsoft.com/office/drawing/2014/main" id="{402420F1-B456-F61E-ED94-0A41A4B5CBC5}"/>
              </a:ext>
            </a:extLst>
          </p:cNvPr>
          <p:cNvGrpSpPr/>
          <p:nvPr/>
        </p:nvGrpSpPr>
        <p:grpSpPr>
          <a:xfrm rot="18791400">
            <a:off x="1057776" y="3769191"/>
            <a:ext cx="104629" cy="116369"/>
            <a:chOff x="0" y="0"/>
            <a:chExt cx="27556" cy="27610"/>
          </a:xfrm>
        </p:grpSpPr>
        <p:sp>
          <p:nvSpPr>
            <p:cNvPr id="122" name="Freeform 29">
              <a:extLst>
                <a:ext uri="{FF2B5EF4-FFF2-40B4-BE49-F238E27FC236}">
                  <a16:creationId xmlns:a16="http://schemas.microsoft.com/office/drawing/2014/main" id="{6986E4A7-920F-2A02-8C0D-CC78CC4E076B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3" name="TextBox 30">
              <a:extLst>
                <a:ext uri="{FF2B5EF4-FFF2-40B4-BE49-F238E27FC236}">
                  <a16:creationId xmlns:a16="http://schemas.microsoft.com/office/drawing/2014/main" id="{4CF0BECE-5B15-B3A7-5B82-DE817C4D2CB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25" name="Freeform 29">
            <a:extLst>
              <a:ext uri="{FF2B5EF4-FFF2-40B4-BE49-F238E27FC236}">
                <a16:creationId xmlns:a16="http://schemas.microsoft.com/office/drawing/2014/main" id="{CAE2C8FF-9BFE-93E4-FE61-7ECB041CF5D7}"/>
              </a:ext>
            </a:extLst>
          </p:cNvPr>
          <p:cNvSpPr/>
          <p:nvPr/>
        </p:nvSpPr>
        <p:spPr>
          <a:xfrm rot="18791400">
            <a:off x="1068469" y="4234555"/>
            <a:ext cx="104629" cy="116369"/>
          </a:xfrm>
          <a:custGeom>
            <a:avLst/>
            <a:gdLst/>
            <a:ahLst/>
            <a:cxnLst/>
            <a:rect l="l" t="t" r="r" b="b"/>
            <a:pathLst>
              <a:path w="27556" h="27610">
                <a:moveTo>
                  <a:pt x="0" y="0"/>
                </a:moveTo>
                <a:lnTo>
                  <a:pt x="27556" y="0"/>
                </a:lnTo>
                <a:lnTo>
                  <a:pt x="27556" y="27610"/>
                </a:lnTo>
                <a:lnTo>
                  <a:pt x="0" y="2761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sz="2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27" name="Group 28">
            <a:extLst>
              <a:ext uri="{FF2B5EF4-FFF2-40B4-BE49-F238E27FC236}">
                <a16:creationId xmlns:a16="http://schemas.microsoft.com/office/drawing/2014/main" id="{89624BF6-B58F-CC41-316F-497B1C86BFC4}"/>
              </a:ext>
            </a:extLst>
          </p:cNvPr>
          <p:cNvGrpSpPr/>
          <p:nvPr/>
        </p:nvGrpSpPr>
        <p:grpSpPr>
          <a:xfrm rot="18791400">
            <a:off x="1117998" y="7171308"/>
            <a:ext cx="104629" cy="116369"/>
            <a:chOff x="0" y="0"/>
            <a:chExt cx="27556" cy="27610"/>
          </a:xfrm>
        </p:grpSpPr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9E02E77-D70A-1206-C40C-53C89FFEF2E9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9" name="TextBox 30">
              <a:extLst>
                <a:ext uri="{FF2B5EF4-FFF2-40B4-BE49-F238E27FC236}">
                  <a16:creationId xmlns:a16="http://schemas.microsoft.com/office/drawing/2014/main" id="{E6529086-DD5E-89E2-8634-DB8AD3FB86F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30" name="Group 28">
            <a:extLst>
              <a:ext uri="{FF2B5EF4-FFF2-40B4-BE49-F238E27FC236}">
                <a16:creationId xmlns:a16="http://schemas.microsoft.com/office/drawing/2014/main" id="{AA5D47E6-6910-CE9F-5004-D695CBC797E7}"/>
              </a:ext>
            </a:extLst>
          </p:cNvPr>
          <p:cNvGrpSpPr/>
          <p:nvPr/>
        </p:nvGrpSpPr>
        <p:grpSpPr>
          <a:xfrm rot="18791400">
            <a:off x="1107305" y="7714232"/>
            <a:ext cx="104629" cy="116369"/>
            <a:chOff x="0" y="0"/>
            <a:chExt cx="27556" cy="27610"/>
          </a:xfrm>
        </p:grpSpPr>
        <p:sp>
          <p:nvSpPr>
            <p:cNvPr id="131" name="Freeform 29">
              <a:extLst>
                <a:ext uri="{FF2B5EF4-FFF2-40B4-BE49-F238E27FC236}">
                  <a16:creationId xmlns:a16="http://schemas.microsoft.com/office/drawing/2014/main" id="{211806B6-5B2E-F82E-8E65-1E9A15BAFD24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2" name="TextBox 30">
              <a:extLst>
                <a:ext uri="{FF2B5EF4-FFF2-40B4-BE49-F238E27FC236}">
                  <a16:creationId xmlns:a16="http://schemas.microsoft.com/office/drawing/2014/main" id="{4F2286CE-22BE-D5EE-313B-377D09C7CF5F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33" name="Group 28">
            <a:extLst>
              <a:ext uri="{FF2B5EF4-FFF2-40B4-BE49-F238E27FC236}">
                <a16:creationId xmlns:a16="http://schemas.microsoft.com/office/drawing/2014/main" id="{E61DC8D2-1C41-72CC-780C-ADD5429D7517}"/>
              </a:ext>
            </a:extLst>
          </p:cNvPr>
          <p:cNvGrpSpPr/>
          <p:nvPr/>
        </p:nvGrpSpPr>
        <p:grpSpPr>
          <a:xfrm rot="18791400">
            <a:off x="1107306" y="8238737"/>
            <a:ext cx="104629" cy="116369"/>
            <a:chOff x="0" y="0"/>
            <a:chExt cx="27556" cy="27610"/>
          </a:xfrm>
        </p:grpSpPr>
        <p:sp>
          <p:nvSpPr>
            <p:cNvPr id="134" name="Freeform 29">
              <a:extLst>
                <a:ext uri="{FF2B5EF4-FFF2-40B4-BE49-F238E27FC236}">
                  <a16:creationId xmlns:a16="http://schemas.microsoft.com/office/drawing/2014/main" id="{695544EC-4F4E-F9B7-B47B-0D274A75B370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5" name="TextBox 30">
              <a:extLst>
                <a:ext uri="{FF2B5EF4-FFF2-40B4-BE49-F238E27FC236}">
                  <a16:creationId xmlns:a16="http://schemas.microsoft.com/office/drawing/2014/main" id="{C1191FFF-7D74-9CF4-C07F-6AD5BD608D92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36" name="Freeform 29">
            <a:extLst>
              <a:ext uri="{FF2B5EF4-FFF2-40B4-BE49-F238E27FC236}">
                <a16:creationId xmlns:a16="http://schemas.microsoft.com/office/drawing/2014/main" id="{E3A0ED85-81CA-63E9-480F-C8F7E4FC6784}"/>
              </a:ext>
            </a:extLst>
          </p:cNvPr>
          <p:cNvSpPr/>
          <p:nvPr/>
        </p:nvSpPr>
        <p:spPr>
          <a:xfrm rot="18791400">
            <a:off x="1117999" y="8796466"/>
            <a:ext cx="104629" cy="116369"/>
          </a:xfrm>
          <a:custGeom>
            <a:avLst/>
            <a:gdLst/>
            <a:ahLst/>
            <a:cxnLst/>
            <a:rect l="l" t="t" r="r" b="b"/>
            <a:pathLst>
              <a:path w="27556" h="27610">
                <a:moveTo>
                  <a:pt x="0" y="0"/>
                </a:moveTo>
                <a:lnTo>
                  <a:pt x="27556" y="0"/>
                </a:lnTo>
                <a:lnTo>
                  <a:pt x="27556" y="27610"/>
                </a:lnTo>
                <a:lnTo>
                  <a:pt x="0" y="2761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en-US" sz="2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37" name="Group 28">
            <a:extLst>
              <a:ext uri="{FF2B5EF4-FFF2-40B4-BE49-F238E27FC236}">
                <a16:creationId xmlns:a16="http://schemas.microsoft.com/office/drawing/2014/main" id="{038DDE63-6048-5313-AA6A-F0517EBCE9B1}"/>
              </a:ext>
            </a:extLst>
          </p:cNvPr>
          <p:cNvGrpSpPr/>
          <p:nvPr/>
        </p:nvGrpSpPr>
        <p:grpSpPr>
          <a:xfrm rot="18791400">
            <a:off x="1068467" y="5426507"/>
            <a:ext cx="104629" cy="116369"/>
            <a:chOff x="0" y="0"/>
            <a:chExt cx="27556" cy="27610"/>
          </a:xfrm>
        </p:grpSpPr>
        <p:sp>
          <p:nvSpPr>
            <p:cNvPr id="138" name="Freeform 29">
              <a:extLst>
                <a:ext uri="{FF2B5EF4-FFF2-40B4-BE49-F238E27FC236}">
                  <a16:creationId xmlns:a16="http://schemas.microsoft.com/office/drawing/2014/main" id="{589ED5FD-14AF-9A91-2EF1-56C397892E9C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9" name="TextBox 30">
              <a:extLst>
                <a:ext uri="{FF2B5EF4-FFF2-40B4-BE49-F238E27FC236}">
                  <a16:creationId xmlns:a16="http://schemas.microsoft.com/office/drawing/2014/main" id="{1549D8E9-F6C8-C9B3-E6BD-4A26442E94C6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40" name="Group 28">
            <a:extLst>
              <a:ext uri="{FF2B5EF4-FFF2-40B4-BE49-F238E27FC236}">
                <a16:creationId xmlns:a16="http://schemas.microsoft.com/office/drawing/2014/main" id="{57002DE1-36B0-1148-A8DA-86FAF0E5820F}"/>
              </a:ext>
            </a:extLst>
          </p:cNvPr>
          <p:cNvGrpSpPr/>
          <p:nvPr/>
        </p:nvGrpSpPr>
        <p:grpSpPr>
          <a:xfrm rot="18791400">
            <a:off x="1068468" y="5981466"/>
            <a:ext cx="104629" cy="116369"/>
            <a:chOff x="0" y="0"/>
            <a:chExt cx="27556" cy="27610"/>
          </a:xfrm>
        </p:grpSpPr>
        <p:sp>
          <p:nvSpPr>
            <p:cNvPr id="141" name="Freeform 29">
              <a:extLst>
                <a:ext uri="{FF2B5EF4-FFF2-40B4-BE49-F238E27FC236}">
                  <a16:creationId xmlns:a16="http://schemas.microsoft.com/office/drawing/2014/main" id="{74E2B2E6-4960-192D-6760-0467D72C23B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TextBox 30">
              <a:extLst>
                <a:ext uri="{FF2B5EF4-FFF2-40B4-BE49-F238E27FC236}">
                  <a16:creationId xmlns:a16="http://schemas.microsoft.com/office/drawing/2014/main" id="{0DE73469-F60E-7D63-4FA6-45951D4BE01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6453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645C-18CD-B8CB-F7E1-BDB569F6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5CFD5F-1F6A-4DF3-9527-4D75EA2E35DE}"/>
              </a:ext>
            </a:extLst>
          </p:cNvPr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09E5E3-F8EB-0B9E-DECA-008AC6696562}"/>
              </a:ext>
            </a:extLst>
          </p:cNvPr>
          <p:cNvSpPr txBox="1"/>
          <p:nvPr/>
        </p:nvSpPr>
        <p:spPr>
          <a:xfrm>
            <a:off x="1028700" y="952500"/>
            <a:ext cx="16230600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557E882C-DA8C-C4DE-001F-C62F04FE4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B6532D14-E154-A46A-C8D0-2B4F96548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0E09AA5-CBF0-0C8B-FFB2-2B6AE790EAD5}"/>
              </a:ext>
            </a:extLst>
          </p:cNvPr>
          <p:cNvSpPr/>
          <p:nvPr/>
        </p:nvSpPr>
        <p:spPr>
          <a:xfrm>
            <a:off x="1007918" y="2705100"/>
            <a:ext cx="365965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/>
                <a:ea typeface="Noto Sans"/>
                <a:cs typeface="Noto Sans"/>
              </a:rPr>
              <a:t>Paper Contributions</a:t>
            </a:r>
            <a:endParaRPr lang="en-US" sz="2700">
              <a:solidFill>
                <a:srgbClr val="231F20"/>
              </a:solidFill>
              <a:latin typeface="Montserrat"/>
              <a:ea typeface="Noto Sans"/>
              <a:cs typeface="Noto Sans"/>
            </a:endParaRP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9229A561-8C04-E405-E4E3-5BA71A962A12}"/>
              </a:ext>
            </a:extLst>
          </p:cNvPr>
          <p:cNvSpPr/>
          <p:nvPr/>
        </p:nvSpPr>
        <p:spPr>
          <a:xfrm>
            <a:off x="1350818" y="3384392"/>
            <a:ext cx="643605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/>
                <a:ea typeface="Noto Sans"/>
                <a:cs typeface="Noto Sans"/>
              </a:rPr>
              <a:t>Analysis of Deterministic Physical Modeling of PAs</a:t>
            </a: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B1E303EB-03E8-42DC-EFB3-7846891B4032}"/>
              </a:ext>
            </a:extLst>
          </p:cNvPr>
          <p:cNvSpPr/>
          <p:nvPr/>
        </p:nvSpPr>
        <p:spPr>
          <a:xfrm>
            <a:off x="1350818" y="3849756"/>
            <a:ext cx="479618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Uplink and Downlink Impact Analysis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06CE5177-24AB-2B7D-3A89-782EE74CEA07}"/>
              </a:ext>
            </a:extLst>
          </p:cNvPr>
          <p:cNvSpPr/>
          <p:nvPr/>
        </p:nvSpPr>
        <p:spPr>
          <a:xfrm>
            <a:off x="1007918" y="4397555"/>
            <a:ext cx="4978927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Degradation Quantification</a:t>
            </a: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12B8A2D0-450B-8B2B-A72D-9A0D8EE913EC}"/>
              </a:ext>
            </a:extLst>
          </p:cNvPr>
          <p:cNvSpPr/>
          <p:nvPr/>
        </p:nvSpPr>
        <p:spPr>
          <a:xfrm>
            <a:off x="1350819" y="5085745"/>
            <a:ext cx="672638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Uplink: SNR ↓ 6.5 dB (BER 10⁻⁵)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53991B30-5DD6-3A0C-8B64-A3F87119A594}"/>
              </a:ext>
            </a:extLst>
          </p:cNvPr>
          <p:cNvSpPr/>
          <p:nvPr/>
        </p:nvSpPr>
        <p:spPr>
          <a:xfrm>
            <a:off x="4562657" y="5063991"/>
            <a:ext cx="6732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 </a:t>
            </a:r>
            <a:endParaRPr lang="en-US" sz="2000">
              <a:latin typeface="Montserrat" pitchFamily="2" charset="0"/>
            </a:endParaRPr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FA148C47-88C1-8997-754D-0311F6A9197F}"/>
              </a:ext>
            </a:extLst>
          </p:cNvPr>
          <p:cNvSpPr/>
          <p:nvPr/>
        </p:nvSpPr>
        <p:spPr>
          <a:xfrm>
            <a:off x="1350817" y="5618686"/>
            <a:ext cx="49516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Downlink: SNR Loss &lt; 0.3 dB (BER 10⁻³)</a:t>
            </a:r>
            <a:endParaRPr lang="en-US" sz="2000">
              <a:latin typeface="Montserrat" pitchFamily="2" charset="0"/>
            </a:endParaRPr>
          </a:p>
        </p:txBody>
      </p:sp>
      <p:grpSp>
        <p:nvGrpSpPr>
          <p:cNvPr id="115" name="Group 28">
            <a:extLst>
              <a:ext uri="{FF2B5EF4-FFF2-40B4-BE49-F238E27FC236}">
                <a16:creationId xmlns:a16="http://schemas.microsoft.com/office/drawing/2014/main" id="{925FE77F-15A1-831E-D741-92D39843E0EF}"/>
              </a:ext>
            </a:extLst>
          </p:cNvPr>
          <p:cNvGrpSpPr/>
          <p:nvPr/>
        </p:nvGrpSpPr>
        <p:grpSpPr>
          <a:xfrm rot="18791400">
            <a:off x="1068468" y="3469026"/>
            <a:ext cx="104629" cy="116369"/>
            <a:chOff x="0" y="0"/>
            <a:chExt cx="27556" cy="27610"/>
          </a:xfrm>
        </p:grpSpPr>
        <p:sp>
          <p:nvSpPr>
            <p:cNvPr id="116" name="Freeform 29">
              <a:extLst>
                <a:ext uri="{FF2B5EF4-FFF2-40B4-BE49-F238E27FC236}">
                  <a16:creationId xmlns:a16="http://schemas.microsoft.com/office/drawing/2014/main" id="{ECADA88A-9345-7783-005B-CA541F53AC23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7" name="TextBox 30">
              <a:extLst>
                <a:ext uri="{FF2B5EF4-FFF2-40B4-BE49-F238E27FC236}">
                  <a16:creationId xmlns:a16="http://schemas.microsoft.com/office/drawing/2014/main" id="{C6F15B91-E46C-C970-345B-8BC70C82B7D1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18" name="Group 28">
            <a:extLst>
              <a:ext uri="{FF2B5EF4-FFF2-40B4-BE49-F238E27FC236}">
                <a16:creationId xmlns:a16="http://schemas.microsoft.com/office/drawing/2014/main" id="{21461D33-ECC0-CCF9-ECBE-96A1C630C954}"/>
              </a:ext>
            </a:extLst>
          </p:cNvPr>
          <p:cNvGrpSpPr/>
          <p:nvPr/>
        </p:nvGrpSpPr>
        <p:grpSpPr>
          <a:xfrm rot="18791400">
            <a:off x="1057775" y="3934390"/>
            <a:ext cx="104629" cy="116369"/>
            <a:chOff x="0" y="0"/>
            <a:chExt cx="27556" cy="27610"/>
          </a:xfrm>
        </p:grpSpPr>
        <p:sp>
          <p:nvSpPr>
            <p:cNvPr id="119" name="Freeform 29">
              <a:extLst>
                <a:ext uri="{FF2B5EF4-FFF2-40B4-BE49-F238E27FC236}">
                  <a16:creationId xmlns:a16="http://schemas.microsoft.com/office/drawing/2014/main" id="{03CC4368-63D0-EBC9-6E98-84AEF945E1B6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0" name="TextBox 30">
              <a:extLst>
                <a:ext uri="{FF2B5EF4-FFF2-40B4-BE49-F238E27FC236}">
                  <a16:creationId xmlns:a16="http://schemas.microsoft.com/office/drawing/2014/main" id="{2023D720-6A01-75BE-2A43-952A21BC5416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37" name="Group 28">
            <a:extLst>
              <a:ext uri="{FF2B5EF4-FFF2-40B4-BE49-F238E27FC236}">
                <a16:creationId xmlns:a16="http://schemas.microsoft.com/office/drawing/2014/main" id="{BA7EAE0B-F0C4-FC11-E966-259491B1B269}"/>
              </a:ext>
            </a:extLst>
          </p:cNvPr>
          <p:cNvGrpSpPr/>
          <p:nvPr/>
        </p:nvGrpSpPr>
        <p:grpSpPr>
          <a:xfrm rot="18791400">
            <a:off x="1068467" y="5164702"/>
            <a:ext cx="104629" cy="116369"/>
            <a:chOff x="0" y="0"/>
            <a:chExt cx="27556" cy="27610"/>
          </a:xfrm>
        </p:grpSpPr>
        <p:sp>
          <p:nvSpPr>
            <p:cNvPr id="138" name="Freeform 29">
              <a:extLst>
                <a:ext uri="{FF2B5EF4-FFF2-40B4-BE49-F238E27FC236}">
                  <a16:creationId xmlns:a16="http://schemas.microsoft.com/office/drawing/2014/main" id="{46E8B85C-6681-88E4-AEC9-72398FBC7196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9" name="TextBox 30">
              <a:extLst>
                <a:ext uri="{FF2B5EF4-FFF2-40B4-BE49-F238E27FC236}">
                  <a16:creationId xmlns:a16="http://schemas.microsoft.com/office/drawing/2014/main" id="{7472CABD-CF6D-AC81-CBFB-1727BF29292C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40" name="Group 28">
            <a:extLst>
              <a:ext uri="{FF2B5EF4-FFF2-40B4-BE49-F238E27FC236}">
                <a16:creationId xmlns:a16="http://schemas.microsoft.com/office/drawing/2014/main" id="{E36EB8BB-D408-AC9B-54C3-386A7EF33A05}"/>
              </a:ext>
            </a:extLst>
          </p:cNvPr>
          <p:cNvGrpSpPr/>
          <p:nvPr/>
        </p:nvGrpSpPr>
        <p:grpSpPr>
          <a:xfrm rot="18791400">
            <a:off x="1068468" y="5719661"/>
            <a:ext cx="104629" cy="116369"/>
            <a:chOff x="0" y="0"/>
            <a:chExt cx="27556" cy="27610"/>
          </a:xfrm>
        </p:grpSpPr>
        <p:sp>
          <p:nvSpPr>
            <p:cNvPr id="141" name="Freeform 29">
              <a:extLst>
                <a:ext uri="{FF2B5EF4-FFF2-40B4-BE49-F238E27FC236}">
                  <a16:creationId xmlns:a16="http://schemas.microsoft.com/office/drawing/2014/main" id="{D3B46EF6-79EF-2C00-3E48-D48D8374E870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2" name="TextBox 30">
              <a:extLst>
                <a:ext uri="{FF2B5EF4-FFF2-40B4-BE49-F238E27FC236}">
                  <a16:creationId xmlns:a16="http://schemas.microsoft.com/office/drawing/2014/main" id="{5847D425-77B0-30D9-9D03-7A55CEF05602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00AD298A-5DC0-AB82-C3FA-FAAC3E910C6B}"/>
              </a:ext>
            </a:extLst>
          </p:cNvPr>
          <p:cNvGrpSpPr/>
          <p:nvPr/>
        </p:nvGrpSpPr>
        <p:grpSpPr>
          <a:xfrm>
            <a:off x="8077201" y="3914017"/>
            <a:ext cx="7867160" cy="3470446"/>
            <a:chOff x="1028700" y="1786281"/>
            <a:chExt cx="8537223" cy="4121572"/>
          </a:xfrm>
        </p:grpSpPr>
        <p:pic>
          <p:nvPicPr>
            <p:cNvPr id="147" name="Imagem 146">
              <a:extLst>
                <a:ext uri="{FF2B5EF4-FFF2-40B4-BE49-F238E27FC236}">
                  <a16:creationId xmlns:a16="http://schemas.microsoft.com/office/drawing/2014/main" id="{2051E25A-275E-C608-1AB0-AAE3B16B4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700" y="1786281"/>
              <a:ext cx="5641258" cy="4121572"/>
            </a:xfrm>
            <a:prstGeom prst="rect">
              <a:avLst/>
            </a:prstGeom>
          </p:spPr>
        </p:pic>
        <p:pic>
          <p:nvPicPr>
            <p:cNvPr id="148" name="Imagem 147">
              <a:extLst>
                <a:ext uri="{FF2B5EF4-FFF2-40B4-BE49-F238E27FC236}">
                  <a16:creationId xmlns:a16="http://schemas.microsoft.com/office/drawing/2014/main" id="{B5B63C1C-3755-5284-8ABF-23518A8C0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73043">
              <a:off x="6504114" y="1995723"/>
              <a:ext cx="3061809" cy="1771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829780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B0C9-82C6-CCBD-C5B8-B7E929E9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5899F3D-EE5D-1DCD-CD84-1D732421DDAF}"/>
              </a:ext>
            </a:extLst>
          </p:cNvPr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7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27390A2-7E07-3667-15DA-960E95916301}"/>
              </a:ext>
            </a:extLst>
          </p:cNvPr>
          <p:cNvSpPr txBox="1"/>
          <p:nvPr/>
        </p:nvSpPr>
        <p:spPr>
          <a:xfrm>
            <a:off x="1028700" y="986489"/>
            <a:ext cx="15766632" cy="78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MASSIVE MIMO SYSTEM DIAGRAM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A3EA3E40-88F8-CCA6-5136-62D071E13484}"/>
              </a:ext>
            </a:extLst>
          </p:cNvPr>
          <p:cNvSpPr txBox="1"/>
          <p:nvPr/>
        </p:nvSpPr>
        <p:spPr>
          <a:xfrm>
            <a:off x="3390900" y="7274127"/>
            <a:ext cx="11506200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000">
                <a:latin typeface="Montserrat" pitchFamily="2" charset="0"/>
              </a:rPr>
              <a:t>Signal model for massive MIMO considering the PA nonlinearity</a:t>
            </a:r>
            <a:endParaRPr lang="en-US" sz="2000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DBA0921-57C9-8276-B1E3-48EB7B548CFD}"/>
              </a:ext>
            </a:extLst>
          </p:cNvPr>
          <p:cNvGrpSpPr/>
          <p:nvPr/>
        </p:nvGrpSpPr>
        <p:grpSpPr>
          <a:xfrm>
            <a:off x="1698921" y="2948970"/>
            <a:ext cx="14890158" cy="3655007"/>
            <a:chOff x="1219200" y="2687745"/>
            <a:chExt cx="15589987" cy="3826790"/>
          </a:xfrm>
        </p:grpSpPr>
        <p:pic>
          <p:nvPicPr>
            <p:cNvPr id="5" name="Imagem 4" descr="Forma&#10;&#10;O conteúdo gerado por IA pode estar incorreto.">
              <a:extLst>
                <a:ext uri="{FF2B5EF4-FFF2-40B4-BE49-F238E27FC236}">
                  <a16:creationId xmlns:a16="http://schemas.microsoft.com/office/drawing/2014/main" id="{6025EA96-4399-697D-ED19-375470398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2933700"/>
              <a:ext cx="7034646" cy="3580835"/>
            </a:xfrm>
            <a:prstGeom prst="rect">
              <a:avLst/>
            </a:prstGeom>
          </p:spPr>
        </p:pic>
        <p:pic>
          <p:nvPicPr>
            <p:cNvPr id="6" name="Imagem 5" descr="Forma&#10;&#10;O conteúdo gerado por IA pode estar incorreto.">
              <a:extLst>
                <a:ext uri="{FF2B5EF4-FFF2-40B4-BE49-F238E27FC236}">
                  <a16:creationId xmlns:a16="http://schemas.microsoft.com/office/drawing/2014/main" id="{88C96E65-B683-36A5-C56F-5F9342940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9187" y="2687745"/>
              <a:ext cx="7620000" cy="3763218"/>
            </a:xfrm>
            <a:prstGeom prst="rect">
              <a:avLst/>
            </a:prstGeom>
          </p:spPr>
        </p:pic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3F4AD36-9227-2E81-948B-AA1F676A722E}"/>
              </a:ext>
            </a:extLst>
          </p:cNvPr>
          <p:cNvSpPr txBox="1"/>
          <p:nvPr/>
        </p:nvSpPr>
        <p:spPr>
          <a:xfrm>
            <a:off x="5337893" y="6589386"/>
            <a:ext cx="18288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1600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Downlink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6F6234-E077-00D2-D07C-B1E6B880C6D9}"/>
              </a:ext>
            </a:extLst>
          </p:cNvPr>
          <p:cNvSpPr txBox="1"/>
          <p:nvPr/>
        </p:nvSpPr>
        <p:spPr>
          <a:xfrm>
            <a:off x="12035708" y="6607137"/>
            <a:ext cx="1828800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1600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Uplink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2B867516-D1C7-9346-C4AE-7219E75EC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9587D739-E548-F04A-4B72-C767005C80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6420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33D0-37C8-BCFB-402B-D8310564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8FDE1F86-1719-4ACF-8AFB-D5C3D6FFC85A}"/>
              </a:ext>
            </a:extLst>
          </p:cNvPr>
          <p:cNvSpPr txBox="1"/>
          <p:nvPr/>
        </p:nvSpPr>
        <p:spPr>
          <a:xfrm>
            <a:off x="1028700" y="986489"/>
            <a:ext cx="15766632" cy="80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SOLID STATE AMPLIFIER MODEL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974197EC-FDD2-F8B1-782A-9102A0847CC4}"/>
              </a:ext>
            </a:extLst>
          </p:cNvPr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8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2D4EDF6-3C07-27CF-8900-C2CFBAD4E328}"/>
              </a:ext>
            </a:extLst>
          </p:cNvPr>
          <p:cNvGrpSpPr/>
          <p:nvPr/>
        </p:nvGrpSpPr>
        <p:grpSpPr>
          <a:xfrm>
            <a:off x="4876800" y="2781300"/>
            <a:ext cx="8082122" cy="2575813"/>
            <a:chOff x="4641273" y="3062987"/>
            <a:chExt cx="8082122" cy="2575813"/>
          </a:xfrm>
        </p:grpSpPr>
        <p:pic>
          <p:nvPicPr>
            <p:cNvPr id="7" name="Imagem 6" descr="Forma&#10;&#10;O conteúdo gerado por IA pode estar incorreto.">
              <a:extLst>
                <a:ext uri="{FF2B5EF4-FFF2-40B4-BE49-F238E27FC236}">
                  <a16:creationId xmlns:a16="http://schemas.microsoft.com/office/drawing/2014/main" id="{60172223-7A47-6FE4-5355-4CFE3D60A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6" t="41536" r="3603"/>
            <a:stretch>
              <a:fillRect/>
            </a:stretch>
          </p:blipFill>
          <p:spPr>
            <a:xfrm>
              <a:off x="4904680" y="4012748"/>
              <a:ext cx="7592120" cy="1626052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7CF84A7-3F7F-9969-7371-7930944A91E4}"/>
                </a:ext>
              </a:extLst>
            </p:cNvPr>
            <p:cNvSpPr/>
            <p:nvPr/>
          </p:nvSpPr>
          <p:spPr>
            <a:xfrm>
              <a:off x="4641273" y="4674513"/>
              <a:ext cx="256480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2800" b="1">
                  <a:solidFill>
                    <a:srgbClr val="231F20"/>
                  </a:solidFill>
                  <a:latin typeface="Montserrat" pitchFamily="2" charset="0"/>
                  <a:ea typeface="Noto Sans" pitchFamily="34" charset="-122"/>
                  <a:cs typeface="Noto Sans" pitchFamily="34" charset="-120"/>
                </a:rPr>
                <a:t>X</a:t>
              </a:r>
              <a:endParaRPr lang="en-US" sz="2800" b="1">
                <a:solidFill>
                  <a:srgbClr val="231F20"/>
                </a:solidFill>
                <a:latin typeface="Montserrat" pitchFamily="2" charset="0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DECC19B6-C110-F02F-FEDF-A9BD9CC31A16}"/>
                </a:ext>
              </a:extLst>
            </p:cNvPr>
            <p:cNvSpPr/>
            <p:nvPr/>
          </p:nvSpPr>
          <p:spPr>
            <a:xfrm>
              <a:off x="12482945" y="4674512"/>
              <a:ext cx="240450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2800" b="1">
                  <a:solidFill>
                    <a:srgbClr val="231F20"/>
                  </a:solidFill>
                  <a:latin typeface="Montserrat" pitchFamily="2" charset="0"/>
                  <a:ea typeface="Noto Sans" pitchFamily="34" charset="-122"/>
                  <a:cs typeface="Noto Sans" pitchFamily="34" charset="-120"/>
                </a:rPr>
                <a:t>Z</a:t>
              </a:r>
              <a:endParaRPr lang="en-US" sz="2800" b="1">
                <a:solidFill>
                  <a:srgbClr val="231F20"/>
                </a:solidFill>
                <a:latin typeface="Montserrat" pitchFamily="2" charset="0"/>
              </a:endParaRPr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C88B49F5-09FB-E482-05AE-F3957EDCB2C2}"/>
                </a:ext>
              </a:extLst>
            </p:cNvPr>
            <p:cNvSpPr/>
            <p:nvPr/>
          </p:nvSpPr>
          <p:spPr>
            <a:xfrm>
              <a:off x="6096000" y="3278430"/>
              <a:ext cx="2337178" cy="4308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2800" b="1">
                  <a:solidFill>
                    <a:srgbClr val="231F20"/>
                  </a:solidFill>
                  <a:latin typeface="Montserrat" pitchFamily="2" charset="0"/>
                  <a:ea typeface="Noto Sans" pitchFamily="34" charset="-122"/>
                  <a:cs typeface="Noto Sans" pitchFamily="34" charset="-120"/>
                </a:rPr>
                <a:t>Nonlinearity</a:t>
              </a:r>
              <a:endParaRPr lang="en-US" sz="2800" b="1">
                <a:solidFill>
                  <a:srgbClr val="231F20"/>
                </a:solidFill>
                <a:latin typeface="Montserrat" pitchFamily="2" charset="0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E3CAD71-209C-0D47-A69A-618A1A8C6B74}"/>
                </a:ext>
              </a:extLst>
            </p:cNvPr>
            <p:cNvSpPr/>
            <p:nvPr/>
          </p:nvSpPr>
          <p:spPr>
            <a:xfrm>
              <a:off x="9062075" y="3062987"/>
              <a:ext cx="1745671" cy="86177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2800" b="1">
                  <a:solidFill>
                    <a:srgbClr val="231F20"/>
                  </a:solidFill>
                  <a:latin typeface="Montserrat" pitchFamily="2" charset="0"/>
                  <a:ea typeface="Noto Sans" pitchFamily="34" charset="-122"/>
                  <a:cs typeface="Noto Sans" pitchFamily="34" charset="-120"/>
                </a:rPr>
                <a:t>Ideal </a:t>
              </a:r>
            </a:p>
            <a:p>
              <a:pPr algn="ctr"/>
              <a:r>
                <a:rPr lang="en-US" sz="2800" b="1">
                  <a:solidFill>
                    <a:srgbClr val="231F20"/>
                  </a:solidFill>
                  <a:latin typeface="Montserrat" pitchFamily="2" charset="0"/>
                  <a:ea typeface="Noto Sans" pitchFamily="34" charset="-122"/>
                  <a:cs typeface="Noto Sans" pitchFamily="34" charset="-120"/>
                </a:rPr>
                <a:t>Amplifier</a:t>
              </a:r>
              <a:endParaRPr lang="en-US" sz="2800" b="1">
                <a:solidFill>
                  <a:srgbClr val="231F20"/>
                </a:solidFill>
                <a:latin typeface="Montserrat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70464B7-D2C7-8A6B-CDE5-2D29FE59CF9A}"/>
                  </a:ext>
                </a:extLst>
              </p:cNvPr>
              <p:cNvSpPr txBox="1"/>
              <p:nvPr/>
            </p:nvSpPr>
            <p:spPr>
              <a:xfrm>
                <a:off x="4756345" y="6542229"/>
                <a:ext cx="8323033" cy="33466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4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4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4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4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num>
                                            <m:den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4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A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4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4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4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4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  <a:p>
                <a:endParaRPr lang="en-US" sz="4400"/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D70464B7-D2C7-8A6B-CDE5-2D29FE59C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345" y="6542229"/>
                <a:ext cx="8323033" cy="3346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C52C4663-D035-785A-362C-7826DFE63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69F04857-CD4F-DC1A-DA74-11481B1E21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80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86489"/>
            <a:ext cx="15766632" cy="78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MASSIVE MIMO 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6A04C37-D430-0E41-074D-8AE4D44C201F}"/>
                  </a:ext>
                </a:extLst>
              </p:cNvPr>
              <p:cNvSpPr txBox="1"/>
              <p:nvPr/>
            </p:nvSpPr>
            <p:spPr>
              <a:xfrm>
                <a:off x="5943600" y="4914900"/>
                <a:ext cx="6829278" cy="8620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1" i="0" smtClean="0">
                          <a:latin typeface="Cambria Math" panose="02040503050406030204" pitchFamily="18" charset="0"/>
                        </a:rPr>
                        <m:t>𝐖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Diag</m:t>
                      </m:r>
                      <m:sSup>
                        <m:sSup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5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5400" b="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lit/>
                            </m:rPr>
                            <a:rPr lang="en-US" sz="5400" b="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54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1" i="0" smtClean="0">
                          <a:latin typeface="Cambria Math" panose="02040503050406030204" pitchFamily="18" charset="0"/>
                        </a:rPr>
                        <m:t>𝐬</m:t>
                      </m:r>
                    </m:oMath>
                  </m:oMathPara>
                </a14:m>
                <a:endParaRPr lang="en-US" sz="5400" b="1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6A04C37-D430-0E41-074D-8AE4D44C2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914900"/>
                <a:ext cx="6829278" cy="8620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D2EBB93D-1056-658D-2B20-32940F7C0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FCA28EE3-27AC-7E7D-4124-22643CF4C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D830-1C8E-D500-A162-392C7BE4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7">
            <a:extLst>
              <a:ext uri="{FF2B5EF4-FFF2-40B4-BE49-F238E27FC236}">
                <a16:creationId xmlns:a16="http://schemas.microsoft.com/office/drawing/2014/main" id="{D83F4BDA-4945-F54F-16EF-8D18145FCF3C}"/>
              </a:ext>
            </a:extLst>
          </p:cNvPr>
          <p:cNvSpPr/>
          <p:nvPr/>
        </p:nvSpPr>
        <p:spPr>
          <a:xfrm>
            <a:off x="9136061" y="3533687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65880CCF-94BF-403C-EBD1-890CC58868CD}"/>
              </a:ext>
            </a:extLst>
          </p:cNvPr>
          <p:cNvSpPr/>
          <p:nvPr/>
        </p:nvSpPr>
        <p:spPr>
          <a:xfrm>
            <a:off x="9136061" y="3060169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808707F5-01D3-3471-FB8C-5BCD78A29D14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A3553B8D-478B-64BD-6367-D3A9A8D92192}"/>
              </a:ext>
            </a:extLst>
          </p:cNvPr>
          <p:cNvSpPr txBox="1"/>
          <p:nvPr/>
        </p:nvSpPr>
        <p:spPr>
          <a:xfrm>
            <a:off x="17920522" y="9713338"/>
            <a:ext cx="233638" cy="3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9</a:t>
            </a:r>
          </a:p>
        </p:txBody>
      </p:sp>
      <p:sp>
        <p:nvSpPr>
          <p:cNvPr id="2" name="Shape 13">
            <a:extLst>
              <a:ext uri="{FF2B5EF4-FFF2-40B4-BE49-F238E27FC236}">
                <a16:creationId xmlns:a16="http://schemas.microsoft.com/office/drawing/2014/main" id="{B3DD34A2-CEF1-FBE2-48F2-C5A21B419FCE}"/>
              </a:ext>
            </a:extLst>
          </p:cNvPr>
          <p:cNvSpPr/>
          <p:nvPr/>
        </p:nvSpPr>
        <p:spPr>
          <a:xfrm>
            <a:off x="9136061" y="1980669"/>
            <a:ext cx="4807354" cy="6143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D4C33C2C-C8EE-567C-B396-71D6BDB1F0AC}"/>
              </a:ext>
            </a:extLst>
          </p:cNvPr>
          <p:cNvSpPr/>
          <p:nvPr/>
        </p:nvSpPr>
        <p:spPr>
          <a:xfrm>
            <a:off x="9136061" y="2005401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 b="1">
                <a:solidFill>
                  <a:srgbClr val="FFFFFF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Parameter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AAFDF1B4-7BD1-E48E-8719-83E6F9CB9170}"/>
              </a:ext>
            </a:extLst>
          </p:cNvPr>
          <p:cNvSpPr/>
          <p:nvPr/>
        </p:nvSpPr>
        <p:spPr>
          <a:xfrm>
            <a:off x="13943415" y="1980669"/>
            <a:ext cx="3693710" cy="6143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6CD2FE2A-EBEC-7CEE-5C64-2F23BB583C6E}"/>
              </a:ext>
            </a:extLst>
          </p:cNvPr>
          <p:cNvSpPr/>
          <p:nvPr/>
        </p:nvSpPr>
        <p:spPr>
          <a:xfrm>
            <a:off x="13943415" y="2005401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 b="1">
                <a:solidFill>
                  <a:srgbClr val="FFFFFF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Value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9E8D7301-C1EA-8840-F23E-4C581352135B}"/>
              </a:ext>
            </a:extLst>
          </p:cNvPr>
          <p:cNvSpPr/>
          <p:nvPr/>
        </p:nvSpPr>
        <p:spPr>
          <a:xfrm>
            <a:off x="9136061" y="2595031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3F7F39A7-5007-85CA-C537-C2D2281EBFD2}"/>
              </a:ext>
            </a:extLst>
          </p:cNvPr>
          <p:cNvSpPr/>
          <p:nvPr/>
        </p:nvSpPr>
        <p:spPr>
          <a:xfrm>
            <a:off x="9136061" y="2508702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Number of antennas (M)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4363D993-4344-1388-9D51-DD303EFA3F10}"/>
              </a:ext>
            </a:extLst>
          </p:cNvPr>
          <p:cNvSpPr/>
          <p:nvPr/>
        </p:nvSpPr>
        <p:spPr>
          <a:xfrm>
            <a:off x="13943414" y="2524261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256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1" name="Text 20">
            <a:extLst>
              <a:ext uri="{FF2B5EF4-FFF2-40B4-BE49-F238E27FC236}">
                <a16:creationId xmlns:a16="http://schemas.microsoft.com/office/drawing/2014/main" id="{B9E87729-726B-E764-23F4-83B5B426F64E}"/>
              </a:ext>
            </a:extLst>
          </p:cNvPr>
          <p:cNvSpPr/>
          <p:nvPr/>
        </p:nvSpPr>
        <p:spPr>
          <a:xfrm>
            <a:off x="9155111" y="2980127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Number of UEs (K)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B524293B-5716-A6FD-2167-A06BE74E3B0E}"/>
              </a:ext>
            </a:extLst>
          </p:cNvPr>
          <p:cNvSpPr/>
          <p:nvPr/>
        </p:nvSpPr>
        <p:spPr>
          <a:xfrm>
            <a:off x="13943414" y="2994893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64, 128, 256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4" name="Text 23">
            <a:extLst>
              <a:ext uri="{FF2B5EF4-FFF2-40B4-BE49-F238E27FC236}">
                <a16:creationId xmlns:a16="http://schemas.microsoft.com/office/drawing/2014/main" id="{4EACA438-83BC-4A40-0BA4-12FA27773459}"/>
              </a:ext>
            </a:extLst>
          </p:cNvPr>
          <p:cNvSpPr/>
          <p:nvPr/>
        </p:nvSpPr>
        <p:spPr>
          <a:xfrm>
            <a:off x="9174161" y="3470953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Constellation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EFDB1529-F8CF-985E-E0D9-2E891ADE75A8}"/>
              </a:ext>
            </a:extLst>
          </p:cNvPr>
          <p:cNvSpPr/>
          <p:nvPr/>
        </p:nvSpPr>
        <p:spPr>
          <a:xfrm>
            <a:off x="13943415" y="4505713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500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6837D73D-168A-0BC1-41A4-7F1835358A07}"/>
              </a:ext>
            </a:extLst>
          </p:cNvPr>
          <p:cNvSpPr/>
          <p:nvPr/>
        </p:nvSpPr>
        <p:spPr>
          <a:xfrm>
            <a:off x="9136061" y="3987772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4AEEEC16-3150-9052-B256-B2D6A60C519C}"/>
              </a:ext>
            </a:extLst>
          </p:cNvPr>
          <p:cNvSpPr/>
          <p:nvPr/>
        </p:nvSpPr>
        <p:spPr>
          <a:xfrm>
            <a:off x="9097570" y="4436367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6DF1E650-0B90-ACA9-42D7-4A51C8341A32}"/>
              </a:ext>
            </a:extLst>
          </p:cNvPr>
          <p:cNvSpPr/>
          <p:nvPr/>
        </p:nvSpPr>
        <p:spPr>
          <a:xfrm>
            <a:off x="9155111" y="3934400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Number of blocks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5" name="Text 24">
            <a:extLst>
              <a:ext uri="{FF2B5EF4-FFF2-40B4-BE49-F238E27FC236}">
                <a16:creationId xmlns:a16="http://schemas.microsoft.com/office/drawing/2014/main" id="{988935C0-5BEF-D078-9F05-70F731C88DC5}"/>
              </a:ext>
            </a:extLst>
          </p:cNvPr>
          <p:cNvSpPr/>
          <p:nvPr/>
        </p:nvSpPr>
        <p:spPr>
          <a:xfrm>
            <a:off x="13924362" y="3463772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64-QAM, 256-QAM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FCBB34A6-A286-ED16-E1B7-3ADE7281FB7F}"/>
              </a:ext>
            </a:extLst>
          </p:cNvPr>
          <p:cNvSpPr/>
          <p:nvPr/>
        </p:nvSpPr>
        <p:spPr>
          <a:xfrm>
            <a:off x="13914447" y="3940975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500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7CA9C16C-65A9-4C5C-4F12-3EECD63A2B5A}"/>
              </a:ext>
            </a:extLst>
          </p:cNvPr>
          <p:cNvSpPr/>
          <p:nvPr/>
        </p:nvSpPr>
        <p:spPr>
          <a:xfrm>
            <a:off x="9155111" y="4360259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Array geometry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20" name="Text 29">
            <a:extLst>
              <a:ext uri="{FF2B5EF4-FFF2-40B4-BE49-F238E27FC236}">
                <a16:creationId xmlns:a16="http://schemas.microsoft.com/office/drawing/2014/main" id="{6109C498-02E6-DA70-2FB3-CA8250AD3B13}"/>
              </a:ext>
            </a:extLst>
          </p:cNvPr>
          <p:cNvSpPr/>
          <p:nvPr/>
        </p:nvSpPr>
        <p:spPr>
          <a:xfrm>
            <a:off x="13962465" y="4360259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ULA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848BE3EA-CA12-385B-C498-AD1AB6C1732E}"/>
              </a:ext>
            </a:extLst>
          </p:cNvPr>
          <p:cNvSpPr/>
          <p:nvPr/>
        </p:nvSpPr>
        <p:spPr>
          <a:xfrm>
            <a:off x="9107095" y="4889175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5D2E8C0A-0CE9-D7DA-BF5F-3FB6AAEB011D}"/>
              </a:ext>
            </a:extLst>
          </p:cNvPr>
          <p:cNvSpPr/>
          <p:nvPr/>
        </p:nvSpPr>
        <p:spPr>
          <a:xfrm>
            <a:off x="9136061" y="4807338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Channel model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51EEFF90-9A6A-B943-C9A6-80B2BC43D8C2}"/>
              </a:ext>
            </a:extLst>
          </p:cNvPr>
          <p:cNvSpPr/>
          <p:nvPr/>
        </p:nvSpPr>
        <p:spPr>
          <a:xfrm>
            <a:off x="13943415" y="4807338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Rician fading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A37A1F9C-3664-457A-197B-B8AB3815620F}"/>
              </a:ext>
            </a:extLst>
          </p:cNvPr>
          <p:cNvSpPr/>
          <p:nvPr/>
        </p:nvSpPr>
        <p:spPr>
          <a:xfrm>
            <a:off x="9155113" y="5337929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0E10F940-BEBA-BE52-B9EA-C53B1D6A8811}"/>
              </a:ext>
            </a:extLst>
          </p:cNvPr>
          <p:cNvSpPr/>
          <p:nvPr/>
        </p:nvSpPr>
        <p:spPr>
          <a:xfrm>
            <a:off x="9132495" y="5788163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6A8C599C-3CE4-EEB8-F1E0-8A2FFB442196}"/>
              </a:ext>
            </a:extLst>
          </p:cNvPr>
          <p:cNvSpPr/>
          <p:nvPr/>
        </p:nvSpPr>
        <p:spPr>
          <a:xfrm>
            <a:off x="9151545" y="5275539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Rician factor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28" name="Text 34">
            <a:extLst>
              <a:ext uri="{FF2B5EF4-FFF2-40B4-BE49-F238E27FC236}">
                <a16:creationId xmlns:a16="http://schemas.microsoft.com/office/drawing/2014/main" id="{57CAEC9E-49D8-226E-5932-02E1020AE1E3}"/>
              </a:ext>
            </a:extLst>
          </p:cNvPr>
          <p:cNvSpPr/>
          <p:nvPr/>
        </p:nvSpPr>
        <p:spPr>
          <a:xfrm>
            <a:off x="13958899" y="5275539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10 dB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2A5557C2-C6FE-75FA-F262-DD2872EFB522}"/>
              </a:ext>
            </a:extLst>
          </p:cNvPr>
          <p:cNvSpPr/>
          <p:nvPr/>
        </p:nvSpPr>
        <p:spPr>
          <a:xfrm>
            <a:off x="9174161" y="5711310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BS Power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913376B3-FC77-4373-550F-AB35FAC58272}"/>
              </a:ext>
            </a:extLst>
          </p:cNvPr>
          <p:cNvSpPr/>
          <p:nvPr/>
        </p:nvSpPr>
        <p:spPr>
          <a:xfrm>
            <a:off x="13981515" y="5711310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10 W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C01F4474-676E-065B-BF1B-D33FE661EFE9}"/>
              </a:ext>
            </a:extLst>
          </p:cNvPr>
          <p:cNvSpPr/>
          <p:nvPr/>
        </p:nvSpPr>
        <p:spPr>
          <a:xfrm>
            <a:off x="9155113" y="6277703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5F9888B6-C2BB-8F87-4D51-7CF5B597DFAE}"/>
              </a:ext>
            </a:extLst>
          </p:cNvPr>
          <p:cNvSpPr/>
          <p:nvPr/>
        </p:nvSpPr>
        <p:spPr>
          <a:xfrm>
            <a:off x="9151545" y="6211231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UE Power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33" name="Text 39">
            <a:extLst>
              <a:ext uri="{FF2B5EF4-FFF2-40B4-BE49-F238E27FC236}">
                <a16:creationId xmlns:a16="http://schemas.microsoft.com/office/drawing/2014/main" id="{B04814C8-835D-F722-14A3-F67D6BB549BF}"/>
              </a:ext>
            </a:extLst>
          </p:cNvPr>
          <p:cNvSpPr/>
          <p:nvPr/>
        </p:nvSpPr>
        <p:spPr>
          <a:xfrm>
            <a:off x="13958899" y="6211231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200 </a:t>
            </a:r>
            <a:r>
              <a:rPr lang="en-US" sz="1884" err="1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mW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3D15994C-86DD-56A1-874B-AF0DD4CCE907}"/>
              </a:ext>
            </a:extLst>
          </p:cNvPr>
          <p:cNvSpPr/>
          <p:nvPr/>
        </p:nvSpPr>
        <p:spPr>
          <a:xfrm>
            <a:off x="9158286" y="7180150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87030C85-DAF4-35E2-58BD-6E08C2F0E374}"/>
              </a:ext>
            </a:extLst>
          </p:cNvPr>
          <p:cNvSpPr/>
          <p:nvPr/>
        </p:nvSpPr>
        <p:spPr>
          <a:xfrm>
            <a:off x="9158286" y="6706632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B3AB6045-ED6A-FD76-3164-30EE0F67A3E6}"/>
              </a:ext>
            </a:extLst>
          </p:cNvPr>
          <p:cNvSpPr/>
          <p:nvPr/>
        </p:nvSpPr>
        <p:spPr>
          <a:xfrm>
            <a:off x="9177336" y="6626590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BS and UEs Antenna Gain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A4A55050-EE04-9BA3-4574-74476924EE87}"/>
              </a:ext>
            </a:extLst>
          </p:cNvPr>
          <p:cNvSpPr/>
          <p:nvPr/>
        </p:nvSpPr>
        <p:spPr>
          <a:xfrm>
            <a:off x="13965639" y="6641356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0 </a:t>
            </a:r>
            <a:r>
              <a:rPr lang="en-US" sz="1884" err="1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dBi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E878A56D-DAA1-DCF9-49B7-CAD0FDB68AD7}"/>
              </a:ext>
            </a:extLst>
          </p:cNvPr>
          <p:cNvSpPr/>
          <p:nvPr/>
        </p:nvSpPr>
        <p:spPr>
          <a:xfrm>
            <a:off x="9196386" y="7117416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endParaRPr lang="en-US" sz="1884">
              <a:latin typeface="Montserrat" pitchFamily="2" charset="0"/>
            </a:endParaRPr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75B257D0-9585-3222-D5DD-88C1F2A61E9F}"/>
              </a:ext>
            </a:extLst>
          </p:cNvPr>
          <p:cNvSpPr/>
          <p:nvPr/>
        </p:nvSpPr>
        <p:spPr>
          <a:xfrm>
            <a:off x="13965640" y="8152176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500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77" name="Shape 17">
            <a:extLst>
              <a:ext uri="{FF2B5EF4-FFF2-40B4-BE49-F238E27FC236}">
                <a16:creationId xmlns:a16="http://schemas.microsoft.com/office/drawing/2014/main" id="{435C41AA-84B6-F8EF-3436-BA10ADC6FDC0}"/>
              </a:ext>
            </a:extLst>
          </p:cNvPr>
          <p:cNvSpPr/>
          <p:nvPr/>
        </p:nvSpPr>
        <p:spPr>
          <a:xfrm>
            <a:off x="9158286" y="7634235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78" name="Shape 17">
            <a:extLst>
              <a:ext uri="{FF2B5EF4-FFF2-40B4-BE49-F238E27FC236}">
                <a16:creationId xmlns:a16="http://schemas.microsoft.com/office/drawing/2014/main" id="{954DAB32-0510-9549-9415-48179C2A3243}"/>
              </a:ext>
            </a:extLst>
          </p:cNvPr>
          <p:cNvSpPr/>
          <p:nvPr/>
        </p:nvSpPr>
        <p:spPr>
          <a:xfrm>
            <a:off x="9119795" y="8082830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B18D1C1B-AA6B-8357-E930-F004D4FC20D9}"/>
              </a:ext>
            </a:extLst>
          </p:cNvPr>
          <p:cNvSpPr/>
          <p:nvPr/>
        </p:nvSpPr>
        <p:spPr>
          <a:xfrm>
            <a:off x="9177336" y="7580863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SNR range (Downlink/Uplink)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39A3EDA0-40D6-A8A0-E839-F63DE4CC3743}"/>
              </a:ext>
            </a:extLst>
          </p:cNvPr>
          <p:cNvSpPr/>
          <p:nvPr/>
        </p:nvSpPr>
        <p:spPr>
          <a:xfrm>
            <a:off x="13946587" y="7110235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9 dB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B84E62D7-4ACC-E724-A137-607D77A29E27}"/>
              </a:ext>
            </a:extLst>
          </p:cNvPr>
          <p:cNvSpPr/>
          <p:nvPr/>
        </p:nvSpPr>
        <p:spPr>
          <a:xfrm>
            <a:off x="13936672" y="7587438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-10 to 30 dB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AE6FF76D-BF8C-7104-5A6C-3B67F5A8DB95}"/>
              </a:ext>
            </a:extLst>
          </p:cNvPr>
          <p:cNvSpPr/>
          <p:nvPr/>
        </p:nvSpPr>
        <p:spPr>
          <a:xfrm>
            <a:off x="9177336" y="8006722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Precoding/Decoding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3" name="Text 29">
            <a:extLst>
              <a:ext uri="{FF2B5EF4-FFF2-40B4-BE49-F238E27FC236}">
                <a16:creationId xmlns:a16="http://schemas.microsoft.com/office/drawing/2014/main" id="{C9205E25-5A2F-5067-6B9C-328F980009CC}"/>
              </a:ext>
            </a:extLst>
          </p:cNvPr>
          <p:cNvSpPr/>
          <p:nvPr/>
        </p:nvSpPr>
        <p:spPr>
          <a:xfrm>
            <a:off x="13984690" y="8006722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ZF and MMSE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4" name="Shape 17">
            <a:extLst>
              <a:ext uri="{FF2B5EF4-FFF2-40B4-BE49-F238E27FC236}">
                <a16:creationId xmlns:a16="http://schemas.microsoft.com/office/drawing/2014/main" id="{5D19D06E-251B-EE7C-D0CF-CB670572D3B3}"/>
              </a:ext>
            </a:extLst>
          </p:cNvPr>
          <p:cNvSpPr/>
          <p:nvPr/>
        </p:nvSpPr>
        <p:spPr>
          <a:xfrm>
            <a:off x="9129320" y="8535638"/>
            <a:ext cx="8501062" cy="452438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A0181A3F-D03E-633B-1DD9-02E788A9D847}"/>
              </a:ext>
            </a:extLst>
          </p:cNvPr>
          <p:cNvSpPr/>
          <p:nvPr/>
        </p:nvSpPr>
        <p:spPr>
          <a:xfrm>
            <a:off x="9158286" y="8453801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Monte-Carlo (UEs position)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E1F6DCAC-FACD-450F-891D-5D878E1D87C3}"/>
              </a:ext>
            </a:extLst>
          </p:cNvPr>
          <p:cNvSpPr/>
          <p:nvPr/>
        </p:nvSpPr>
        <p:spPr>
          <a:xfrm>
            <a:off x="13965640" y="8453801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87" name="Shape 17">
            <a:extLst>
              <a:ext uri="{FF2B5EF4-FFF2-40B4-BE49-F238E27FC236}">
                <a16:creationId xmlns:a16="http://schemas.microsoft.com/office/drawing/2014/main" id="{DB965505-9D30-7B58-C103-7ABDF8C33181}"/>
              </a:ext>
            </a:extLst>
          </p:cNvPr>
          <p:cNvSpPr/>
          <p:nvPr/>
        </p:nvSpPr>
        <p:spPr>
          <a:xfrm>
            <a:off x="9177338" y="8984392"/>
            <a:ext cx="8501062" cy="4524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>
              <a:latin typeface="Montserrat" pitchFamily="2" charset="0"/>
            </a:endParaRPr>
          </a:p>
        </p:txBody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76094B03-0257-17E1-A869-28BB6D34D9A8}"/>
              </a:ext>
            </a:extLst>
          </p:cNvPr>
          <p:cNvSpPr/>
          <p:nvPr/>
        </p:nvSpPr>
        <p:spPr>
          <a:xfrm>
            <a:off x="9173770" y="8922002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Monte-Carlo (Small-scale fading)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90" name="Text 34">
            <a:extLst>
              <a:ext uri="{FF2B5EF4-FFF2-40B4-BE49-F238E27FC236}">
                <a16:creationId xmlns:a16="http://schemas.microsoft.com/office/drawing/2014/main" id="{C8959E43-54C9-F277-1E5E-57FB83DDC2ED}"/>
              </a:ext>
            </a:extLst>
          </p:cNvPr>
          <p:cNvSpPr/>
          <p:nvPr/>
        </p:nvSpPr>
        <p:spPr>
          <a:xfrm>
            <a:off x="13981124" y="8922002"/>
            <a:ext cx="3693710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5ADDC1BA-A9C5-F923-5F1E-A8876D86D490}"/>
              </a:ext>
            </a:extLst>
          </p:cNvPr>
          <p:cNvSpPr/>
          <p:nvPr/>
        </p:nvSpPr>
        <p:spPr>
          <a:xfrm>
            <a:off x="9215436" y="7110235"/>
            <a:ext cx="4807354" cy="564898"/>
          </a:xfrm>
          <a:prstGeom prst="rect">
            <a:avLst/>
          </a:prstGeom>
          <a:noFill/>
          <a:ln/>
        </p:spPr>
        <p:txBody>
          <a:bodyPr wrap="square" lIns="136144" tIns="136144" rIns="136144" bIns="136144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Noise figure</a:t>
            </a:r>
            <a:endParaRPr lang="en-US" sz="1884">
              <a:latin typeface="Montserrat" pitchFamily="2" charset="0"/>
            </a:endParaRPr>
          </a:p>
        </p:txBody>
      </p:sp>
      <p:sp>
        <p:nvSpPr>
          <p:cNvPr id="101" name="TextBox 7">
            <a:extLst>
              <a:ext uri="{FF2B5EF4-FFF2-40B4-BE49-F238E27FC236}">
                <a16:creationId xmlns:a16="http://schemas.microsoft.com/office/drawing/2014/main" id="{16EA6BA5-4ADE-0F28-2F9E-B24558A4B347}"/>
              </a:ext>
            </a:extLst>
          </p:cNvPr>
          <p:cNvSpPr txBox="1"/>
          <p:nvPr/>
        </p:nvSpPr>
        <p:spPr>
          <a:xfrm>
            <a:off x="1085459" y="4271391"/>
            <a:ext cx="4916750" cy="463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sz="2400" b="1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Performance Metrics</a:t>
            </a:r>
          </a:p>
        </p:txBody>
      </p:sp>
      <p:sp>
        <p:nvSpPr>
          <p:cNvPr id="104" name="TextBox 11">
            <a:extLst>
              <a:ext uri="{FF2B5EF4-FFF2-40B4-BE49-F238E27FC236}">
                <a16:creationId xmlns:a16="http://schemas.microsoft.com/office/drawing/2014/main" id="{03C63E64-9046-C8AF-6A1C-5DD05FB5A777}"/>
              </a:ext>
            </a:extLst>
          </p:cNvPr>
          <p:cNvSpPr txBox="1"/>
          <p:nvPr/>
        </p:nvSpPr>
        <p:spPr>
          <a:xfrm>
            <a:off x="1933445" y="8941796"/>
            <a:ext cx="6324600" cy="438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endParaRPr lang="en-US" sz="2000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06" name="Imagem 105">
            <a:extLst>
              <a:ext uri="{FF2B5EF4-FFF2-40B4-BE49-F238E27FC236}">
                <a16:creationId xmlns:a16="http://schemas.microsoft.com/office/drawing/2014/main" id="{1B503F56-A506-9C83-FD48-CBB001FA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003" y="6772597"/>
            <a:ext cx="4448926" cy="2620466"/>
          </a:xfrm>
          <a:prstGeom prst="rect">
            <a:avLst/>
          </a:prstGeom>
        </p:spPr>
      </p:pic>
      <p:sp>
        <p:nvSpPr>
          <p:cNvPr id="112" name="TextBox 7">
            <a:extLst>
              <a:ext uri="{FF2B5EF4-FFF2-40B4-BE49-F238E27FC236}">
                <a16:creationId xmlns:a16="http://schemas.microsoft.com/office/drawing/2014/main" id="{9AA0FC76-87F9-880A-5A90-F0FD1E9D026C}"/>
              </a:ext>
            </a:extLst>
          </p:cNvPr>
          <p:cNvSpPr txBox="1"/>
          <p:nvPr/>
        </p:nvSpPr>
        <p:spPr>
          <a:xfrm>
            <a:off x="1028700" y="2152624"/>
            <a:ext cx="5448172" cy="463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3"/>
              </a:lnSpc>
              <a:spcBef>
                <a:spcPct val="0"/>
              </a:spcBef>
            </a:pPr>
            <a:r>
              <a:rPr lang="en-US" sz="2400" b="1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Simulation Environment</a:t>
            </a:r>
          </a:p>
        </p:txBody>
      </p:sp>
      <p:sp>
        <p:nvSpPr>
          <p:cNvPr id="141" name="Text 2">
            <a:extLst>
              <a:ext uri="{FF2B5EF4-FFF2-40B4-BE49-F238E27FC236}">
                <a16:creationId xmlns:a16="http://schemas.microsoft.com/office/drawing/2014/main" id="{0866815D-A61E-13C6-0B98-B7CD94ED3176}"/>
              </a:ext>
            </a:extLst>
          </p:cNvPr>
          <p:cNvSpPr/>
          <p:nvPr/>
        </p:nvSpPr>
        <p:spPr>
          <a:xfrm>
            <a:off x="1381109" y="2727721"/>
            <a:ext cx="524182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1000-radius hexagonal single-cell system</a:t>
            </a:r>
          </a:p>
        </p:txBody>
      </p:sp>
      <p:grpSp>
        <p:nvGrpSpPr>
          <p:cNvPr id="142" name="Group 28">
            <a:extLst>
              <a:ext uri="{FF2B5EF4-FFF2-40B4-BE49-F238E27FC236}">
                <a16:creationId xmlns:a16="http://schemas.microsoft.com/office/drawing/2014/main" id="{9AB95878-4E8D-3FF7-F225-BCA719D950C6}"/>
              </a:ext>
            </a:extLst>
          </p:cNvPr>
          <p:cNvGrpSpPr/>
          <p:nvPr/>
        </p:nvGrpSpPr>
        <p:grpSpPr>
          <a:xfrm rot="18791400">
            <a:off x="1061039" y="2816257"/>
            <a:ext cx="104629" cy="116369"/>
            <a:chOff x="0" y="0"/>
            <a:chExt cx="27556" cy="27610"/>
          </a:xfrm>
        </p:grpSpPr>
        <p:sp>
          <p:nvSpPr>
            <p:cNvPr id="143" name="Freeform 29">
              <a:extLst>
                <a:ext uri="{FF2B5EF4-FFF2-40B4-BE49-F238E27FC236}">
                  <a16:creationId xmlns:a16="http://schemas.microsoft.com/office/drawing/2014/main" id="{EE7FCD7F-3DAB-78D9-4C32-F807D51C243F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4" name="TextBox 30">
              <a:extLst>
                <a:ext uri="{FF2B5EF4-FFF2-40B4-BE49-F238E27FC236}">
                  <a16:creationId xmlns:a16="http://schemas.microsoft.com/office/drawing/2014/main" id="{A4BC799E-E052-EE9F-45C5-F742611D4D17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45" name="Group 28">
            <a:extLst>
              <a:ext uri="{FF2B5EF4-FFF2-40B4-BE49-F238E27FC236}">
                <a16:creationId xmlns:a16="http://schemas.microsoft.com/office/drawing/2014/main" id="{40453772-1072-D8B0-7525-819AE6F6B3EC}"/>
              </a:ext>
            </a:extLst>
          </p:cNvPr>
          <p:cNvGrpSpPr/>
          <p:nvPr/>
        </p:nvGrpSpPr>
        <p:grpSpPr>
          <a:xfrm rot="18791400">
            <a:off x="1050153" y="3302032"/>
            <a:ext cx="104629" cy="116369"/>
            <a:chOff x="0" y="0"/>
            <a:chExt cx="27556" cy="27610"/>
          </a:xfrm>
        </p:grpSpPr>
        <p:sp>
          <p:nvSpPr>
            <p:cNvPr id="146" name="Freeform 29">
              <a:extLst>
                <a:ext uri="{FF2B5EF4-FFF2-40B4-BE49-F238E27FC236}">
                  <a16:creationId xmlns:a16="http://schemas.microsoft.com/office/drawing/2014/main" id="{033CB706-C11E-33A0-97F3-7FD3A1CBCEE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7" name="TextBox 30">
              <a:extLst>
                <a:ext uri="{FF2B5EF4-FFF2-40B4-BE49-F238E27FC236}">
                  <a16:creationId xmlns:a16="http://schemas.microsoft.com/office/drawing/2014/main" id="{3D3C03F7-3848-CE73-84D9-060039C22ADD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48" name="Text 2">
            <a:extLst>
              <a:ext uri="{FF2B5EF4-FFF2-40B4-BE49-F238E27FC236}">
                <a16:creationId xmlns:a16="http://schemas.microsoft.com/office/drawing/2014/main" id="{42DE4E77-963A-72BE-B8D3-144AE10548FD}"/>
              </a:ext>
            </a:extLst>
          </p:cNvPr>
          <p:cNvSpPr/>
          <p:nvPr/>
        </p:nvSpPr>
        <p:spPr>
          <a:xfrm>
            <a:off x="1381109" y="3199712"/>
            <a:ext cx="496930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Perfect channel state information (CSI)</a:t>
            </a:r>
          </a:p>
        </p:txBody>
      </p:sp>
      <p:grpSp>
        <p:nvGrpSpPr>
          <p:cNvPr id="149" name="Group 28">
            <a:extLst>
              <a:ext uri="{FF2B5EF4-FFF2-40B4-BE49-F238E27FC236}">
                <a16:creationId xmlns:a16="http://schemas.microsoft.com/office/drawing/2014/main" id="{278571E1-C37C-C5E3-AFD5-0816A5C48404}"/>
              </a:ext>
            </a:extLst>
          </p:cNvPr>
          <p:cNvGrpSpPr/>
          <p:nvPr/>
        </p:nvGrpSpPr>
        <p:grpSpPr>
          <a:xfrm rot="18791400">
            <a:off x="1054612" y="3798251"/>
            <a:ext cx="104629" cy="116369"/>
            <a:chOff x="0" y="0"/>
            <a:chExt cx="27556" cy="27610"/>
          </a:xfrm>
        </p:grpSpPr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CE941774-2B4C-A8E4-92CB-6D5E38B2E4AC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1" name="TextBox 30">
              <a:extLst>
                <a:ext uri="{FF2B5EF4-FFF2-40B4-BE49-F238E27FC236}">
                  <a16:creationId xmlns:a16="http://schemas.microsoft.com/office/drawing/2014/main" id="{04544595-393B-0376-0D16-C045DFA7E2FF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52" name="Text 2">
            <a:extLst>
              <a:ext uri="{FF2B5EF4-FFF2-40B4-BE49-F238E27FC236}">
                <a16:creationId xmlns:a16="http://schemas.microsoft.com/office/drawing/2014/main" id="{2FBED2F9-0FE9-802E-DAB1-4CAA19F0DBEA}"/>
              </a:ext>
            </a:extLst>
          </p:cNvPr>
          <p:cNvSpPr/>
          <p:nvPr/>
        </p:nvSpPr>
        <p:spPr>
          <a:xfrm>
            <a:off x="1376196" y="3725198"/>
            <a:ext cx="293028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Equal power allocation</a:t>
            </a:r>
          </a:p>
        </p:txBody>
      </p:sp>
      <p:sp>
        <p:nvSpPr>
          <p:cNvPr id="153" name="Text 2">
            <a:extLst>
              <a:ext uri="{FF2B5EF4-FFF2-40B4-BE49-F238E27FC236}">
                <a16:creationId xmlns:a16="http://schemas.microsoft.com/office/drawing/2014/main" id="{054E2D09-81EF-DBFD-B8DB-8C40EF2B664D}"/>
              </a:ext>
            </a:extLst>
          </p:cNvPr>
          <p:cNvSpPr/>
          <p:nvPr/>
        </p:nvSpPr>
        <p:spPr>
          <a:xfrm>
            <a:off x="1435400" y="4859339"/>
            <a:ext cx="344645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Bit error Rate (BER) vs SNR</a:t>
            </a:r>
          </a:p>
        </p:txBody>
      </p:sp>
      <p:grpSp>
        <p:nvGrpSpPr>
          <p:cNvPr id="154" name="Group 28">
            <a:extLst>
              <a:ext uri="{FF2B5EF4-FFF2-40B4-BE49-F238E27FC236}">
                <a16:creationId xmlns:a16="http://schemas.microsoft.com/office/drawing/2014/main" id="{1A9CB211-763B-700B-9FC9-31ABD17964D8}"/>
              </a:ext>
            </a:extLst>
          </p:cNvPr>
          <p:cNvGrpSpPr/>
          <p:nvPr/>
        </p:nvGrpSpPr>
        <p:grpSpPr>
          <a:xfrm rot="18791400">
            <a:off x="1115330" y="4947875"/>
            <a:ext cx="104629" cy="116369"/>
            <a:chOff x="0" y="0"/>
            <a:chExt cx="27556" cy="27610"/>
          </a:xfrm>
        </p:grpSpPr>
        <p:sp>
          <p:nvSpPr>
            <p:cNvPr id="155" name="Freeform 29">
              <a:extLst>
                <a:ext uri="{FF2B5EF4-FFF2-40B4-BE49-F238E27FC236}">
                  <a16:creationId xmlns:a16="http://schemas.microsoft.com/office/drawing/2014/main" id="{ACCB43FC-55D5-DCBE-F447-C18ED428B88D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6" name="TextBox 30">
              <a:extLst>
                <a:ext uri="{FF2B5EF4-FFF2-40B4-BE49-F238E27FC236}">
                  <a16:creationId xmlns:a16="http://schemas.microsoft.com/office/drawing/2014/main" id="{6A2BAA60-AEFB-6F71-D78C-B018159F0115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57" name="Group 28">
            <a:extLst>
              <a:ext uri="{FF2B5EF4-FFF2-40B4-BE49-F238E27FC236}">
                <a16:creationId xmlns:a16="http://schemas.microsoft.com/office/drawing/2014/main" id="{E8CBFAD3-A11D-0C12-7B7F-86279A7613AD}"/>
              </a:ext>
            </a:extLst>
          </p:cNvPr>
          <p:cNvGrpSpPr/>
          <p:nvPr/>
        </p:nvGrpSpPr>
        <p:grpSpPr>
          <a:xfrm rot="18791400">
            <a:off x="1104444" y="5433650"/>
            <a:ext cx="104629" cy="116369"/>
            <a:chOff x="0" y="0"/>
            <a:chExt cx="27556" cy="27610"/>
          </a:xfrm>
        </p:grpSpPr>
        <p:sp>
          <p:nvSpPr>
            <p:cNvPr id="158" name="Freeform 29">
              <a:extLst>
                <a:ext uri="{FF2B5EF4-FFF2-40B4-BE49-F238E27FC236}">
                  <a16:creationId xmlns:a16="http://schemas.microsoft.com/office/drawing/2014/main" id="{B0B9C4E7-0BD5-26DA-553C-04ABA4E5BD9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9" name="TextBox 30">
              <a:extLst>
                <a:ext uri="{FF2B5EF4-FFF2-40B4-BE49-F238E27FC236}">
                  <a16:creationId xmlns:a16="http://schemas.microsoft.com/office/drawing/2014/main" id="{1E710D79-C797-D414-2648-72642C9C6170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60" name="Text 2">
            <a:extLst>
              <a:ext uri="{FF2B5EF4-FFF2-40B4-BE49-F238E27FC236}">
                <a16:creationId xmlns:a16="http://schemas.microsoft.com/office/drawing/2014/main" id="{F333D018-9343-413B-C86B-7B9996017D9E}"/>
              </a:ext>
            </a:extLst>
          </p:cNvPr>
          <p:cNvSpPr/>
          <p:nvPr/>
        </p:nvSpPr>
        <p:spPr>
          <a:xfrm>
            <a:off x="1435400" y="5331330"/>
            <a:ext cx="405880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Constellation distortion analysis</a:t>
            </a:r>
          </a:p>
        </p:txBody>
      </p:sp>
      <p:grpSp>
        <p:nvGrpSpPr>
          <p:cNvPr id="161" name="Group 28">
            <a:extLst>
              <a:ext uri="{FF2B5EF4-FFF2-40B4-BE49-F238E27FC236}">
                <a16:creationId xmlns:a16="http://schemas.microsoft.com/office/drawing/2014/main" id="{842D2843-D6F4-5D53-3470-4675D55BE0B3}"/>
              </a:ext>
            </a:extLst>
          </p:cNvPr>
          <p:cNvGrpSpPr/>
          <p:nvPr/>
        </p:nvGrpSpPr>
        <p:grpSpPr>
          <a:xfrm rot="18791400">
            <a:off x="1108903" y="5929869"/>
            <a:ext cx="104629" cy="116369"/>
            <a:chOff x="0" y="0"/>
            <a:chExt cx="27556" cy="27610"/>
          </a:xfrm>
        </p:grpSpPr>
        <p:sp>
          <p:nvSpPr>
            <p:cNvPr id="162" name="Freeform 29">
              <a:extLst>
                <a:ext uri="{FF2B5EF4-FFF2-40B4-BE49-F238E27FC236}">
                  <a16:creationId xmlns:a16="http://schemas.microsoft.com/office/drawing/2014/main" id="{56BB3219-63AD-2F07-4431-810648576B31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3" name="TextBox 30">
              <a:extLst>
                <a:ext uri="{FF2B5EF4-FFF2-40B4-BE49-F238E27FC236}">
                  <a16:creationId xmlns:a16="http://schemas.microsoft.com/office/drawing/2014/main" id="{0D22FF0B-A710-E4E2-B630-8927B7917B5E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64" name="Text 2">
            <a:extLst>
              <a:ext uri="{FF2B5EF4-FFF2-40B4-BE49-F238E27FC236}">
                <a16:creationId xmlns:a16="http://schemas.microsoft.com/office/drawing/2014/main" id="{73B8B51F-2457-E826-04AA-E85593B108E8}"/>
              </a:ext>
            </a:extLst>
          </p:cNvPr>
          <p:cNvSpPr/>
          <p:nvPr/>
        </p:nvSpPr>
        <p:spPr>
          <a:xfrm>
            <a:off x="1430487" y="5856816"/>
            <a:ext cx="358271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SNR loss due to nonlinearity</a:t>
            </a:r>
          </a:p>
        </p:txBody>
      </p:sp>
      <p:pic>
        <p:nvPicPr>
          <p:cNvPr id="3" name="Picture 2" descr="SBrT :: Sociedade Brasileira de Telecomunicações">
            <a:extLst>
              <a:ext uri="{FF2B5EF4-FFF2-40B4-BE49-F238E27FC236}">
                <a16:creationId xmlns:a16="http://schemas.microsoft.com/office/drawing/2014/main" id="{30C2BA72-4B7E-94D9-9F95-94CCF38A8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B1E9BB65-189E-D64B-A01F-196715EC9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0551-8066-CB6B-51A2-4833F2D9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D7C6349F-D757-ED21-A4CD-CF287166FF97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 – DOWNLINK</a:t>
            </a:r>
            <a:endParaRPr lang="en-US" sz="4800" b="1" spc="470">
              <a:solidFill>
                <a:srgbClr val="231F20"/>
              </a:solidFill>
              <a:latin typeface="Montserrat Bold"/>
              <a:ea typeface="Montserrat Bold"/>
              <a:cs typeface="Montserrat Bold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F1CC72E9-E126-9776-0016-357BA6A2F020}"/>
              </a:ext>
            </a:extLst>
          </p:cNvPr>
          <p:cNvGrpSpPr/>
          <p:nvPr/>
        </p:nvGrpSpPr>
        <p:grpSpPr>
          <a:xfrm>
            <a:off x="706151" y="2013326"/>
            <a:ext cx="17008742" cy="6402326"/>
            <a:chOff x="706151" y="2013326"/>
            <a:chExt cx="17008742" cy="6402326"/>
          </a:xfrm>
        </p:grpSpPr>
        <p:pic>
          <p:nvPicPr>
            <p:cNvPr id="22" name="Imagem 21" descr="Gráfico, Gráfico de linhas&#10;&#10;O conteúdo gerado por IA pode estar incorreto.">
              <a:extLst>
                <a:ext uri="{FF2B5EF4-FFF2-40B4-BE49-F238E27FC236}">
                  <a16:creationId xmlns:a16="http://schemas.microsoft.com/office/drawing/2014/main" id="{084DD963-A03C-A670-C619-C9C78D241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51" y="2013326"/>
              <a:ext cx="8504371" cy="6381679"/>
            </a:xfrm>
            <a:prstGeom prst="rect">
              <a:avLst/>
            </a:prstGeom>
          </p:spPr>
        </p:pic>
        <p:pic>
          <p:nvPicPr>
            <p:cNvPr id="33" name="Imagem 32" descr="Gráfico, Gráfico de linhas&#10;&#10;O conteúdo gerado por IA pode estar incorreto.">
              <a:extLst>
                <a:ext uri="{FF2B5EF4-FFF2-40B4-BE49-F238E27FC236}">
                  <a16:creationId xmlns:a16="http://schemas.microsoft.com/office/drawing/2014/main" id="{B95E04A8-BB96-509A-8EEE-FDBCAB402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0522" y="2033973"/>
              <a:ext cx="8504371" cy="6381679"/>
            </a:xfrm>
            <a:prstGeom prst="rect">
              <a:avLst/>
            </a:prstGeom>
          </p:spPr>
        </p:pic>
      </p:grpSp>
      <p:sp>
        <p:nvSpPr>
          <p:cNvPr id="35" name="TextBox 11">
            <a:extLst>
              <a:ext uri="{FF2B5EF4-FFF2-40B4-BE49-F238E27FC236}">
                <a16:creationId xmlns:a16="http://schemas.microsoft.com/office/drawing/2014/main" id="{6F44C3C2-E720-9686-1236-A21EF31683AA}"/>
              </a:ext>
            </a:extLst>
          </p:cNvPr>
          <p:cNvSpPr txBox="1"/>
          <p:nvPr/>
        </p:nvSpPr>
        <p:spPr>
          <a:xfrm>
            <a:off x="3810000" y="9026174"/>
            <a:ext cx="11887200" cy="4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  <a:spcBef>
                <a:spcPct val="0"/>
              </a:spcBef>
            </a:pPr>
            <a:r>
              <a:rPr lang="en-US" sz="2000">
                <a:latin typeface="Montserrat"/>
              </a:rPr>
              <a:t>BER versus SNR for K ∈ {64, 128, 256}, A ∈ {Ideal, 1, 2}, and ZF and MMSE decoders.</a:t>
            </a:r>
            <a:endParaRPr lang="en-US" sz="2000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74A6DE54-3034-B1C5-E545-BA93F8BBDDEA}"/>
              </a:ext>
            </a:extLst>
          </p:cNvPr>
          <p:cNvSpPr txBox="1"/>
          <p:nvPr/>
        </p:nvSpPr>
        <p:spPr>
          <a:xfrm>
            <a:off x="4800600" y="8415652"/>
            <a:ext cx="610900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ZF</a:t>
            </a:r>
            <a:endParaRPr lang="en-US" sz="2400" spc="274">
              <a:solidFill>
                <a:srgbClr val="231F20"/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DB7B7034-6AD5-B186-046F-6E29672A507F}"/>
              </a:ext>
            </a:extLst>
          </p:cNvPr>
          <p:cNvSpPr txBox="1"/>
          <p:nvPr/>
        </p:nvSpPr>
        <p:spPr>
          <a:xfrm>
            <a:off x="13009544" y="8395005"/>
            <a:ext cx="1340749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400" spc="274">
                <a:solidFill>
                  <a:srgbClr val="231F20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  <a:sym typeface="Lato"/>
              </a:rPr>
              <a:t>MMSE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D0DD5935-D182-FEA2-748D-21BD4A766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3BA5719B-B1B9-6B70-B115-6201E1DA6A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F2A50E-FD77-FB9E-CD1B-D38590F0A323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8591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9A2AE-A31B-D68B-23EC-BDD49FAC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B593255B-0DDE-90CB-699E-6953834C303E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 – UPLINK 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CBD4971D-A034-60CF-BBEF-86BA480F3BD2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11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D03C3431-0736-4B17-06F0-BF789ECC0D58}"/>
              </a:ext>
            </a:extLst>
          </p:cNvPr>
          <p:cNvSpPr txBox="1"/>
          <p:nvPr/>
        </p:nvSpPr>
        <p:spPr>
          <a:xfrm>
            <a:off x="3810000" y="9026174"/>
            <a:ext cx="11887200" cy="4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  <a:spcBef>
                <a:spcPct val="0"/>
              </a:spcBef>
            </a:pPr>
            <a:r>
              <a:rPr lang="en-US" sz="2000">
                <a:latin typeface="Montserrat"/>
              </a:rPr>
              <a:t>BER versus SNR for K ∈ {64, 128, 256}, A ∈ {Ideal, 1, 2}, and ZF and MMSE decoders.</a:t>
            </a:r>
            <a:endParaRPr lang="en-US" sz="2000" spc="274">
              <a:solidFill>
                <a:srgbClr val="231F20"/>
              </a:solidFill>
              <a:latin typeface="Montserrat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69ACBE53-A977-6072-DB6E-FE8592A02940}"/>
              </a:ext>
            </a:extLst>
          </p:cNvPr>
          <p:cNvSpPr txBox="1"/>
          <p:nvPr/>
        </p:nvSpPr>
        <p:spPr>
          <a:xfrm>
            <a:off x="4800600" y="8415652"/>
            <a:ext cx="610900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ZF</a:t>
            </a:r>
            <a:endParaRPr lang="en-US" sz="2400" spc="274">
              <a:solidFill>
                <a:srgbClr val="231F20"/>
              </a:solidFill>
              <a:latin typeface="Times New Roman" panose="02020603050405020304" pitchFamily="18" charset="0"/>
              <a:ea typeface="Lato" panose="020F0502020204030203" pitchFamily="34" charset="0"/>
              <a:cs typeface="Times New Roman" panose="02020603050405020304" pitchFamily="18" charset="0"/>
              <a:sym typeface="Lato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DDB0E2C9-599E-B768-A723-4E7A47371FE8}"/>
              </a:ext>
            </a:extLst>
          </p:cNvPr>
          <p:cNvSpPr txBox="1"/>
          <p:nvPr/>
        </p:nvSpPr>
        <p:spPr>
          <a:xfrm>
            <a:off x="13009544" y="8395005"/>
            <a:ext cx="1340749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400" spc="274">
                <a:solidFill>
                  <a:srgbClr val="231F20"/>
                </a:solidFill>
                <a:latin typeface="Times New Roman" panose="02020603050405020304" pitchFamily="18" charset="0"/>
                <a:ea typeface="Lato" panose="020F0502020204030203" pitchFamily="34" charset="0"/>
                <a:cs typeface="Times New Roman" panose="02020603050405020304" pitchFamily="18" charset="0"/>
                <a:sym typeface="Lato"/>
              </a:rPr>
              <a:t>MMSE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52F31B1-FEE9-9F65-80C8-EFE17BA9ED5A}"/>
              </a:ext>
            </a:extLst>
          </p:cNvPr>
          <p:cNvGrpSpPr/>
          <p:nvPr/>
        </p:nvGrpSpPr>
        <p:grpSpPr>
          <a:xfrm>
            <a:off x="706151" y="2053023"/>
            <a:ext cx="17008742" cy="6383276"/>
            <a:chOff x="706151" y="2053023"/>
            <a:chExt cx="17008742" cy="6383276"/>
          </a:xfrm>
        </p:grpSpPr>
        <p:pic>
          <p:nvPicPr>
            <p:cNvPr id="3" name="Imagem 2" descr="Diagrama&#10;&#10;O conteúdo gerado por IA pode estar incorreto.">
              <a:extLst>
                <a:ext uri="{FF2B5EF4-FFF2-40B4-BE49-F238E27FC236}">
                  <a16:creationId xmlns:a16="http://schemas.microsoft.com/office/drawing/2014/main" id="{D4E9247E-41C9-EAF2-DA4A-3FE47E72D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0522" y="2054620"/>
              <a:ext cx="8504371" cy="6381679"/>
            </a:xfrm>
            <a:prstGeom prst="rect">
              <a:avLst/>
            </a:prstGeom>
          </p:spPr>
        </p:pic>
        <p:pic>
          <p:nvPicPr>
            <p:cNvPr id="7" name="Imagem 6" descr="Diagrama&#10;&#10;O conteúdo gerado por IA pode estar incorreto.">
              <a:extLst>
                <a:ext uri="{FF2B5EF4-FFF2-40B4-BE49-F238E27FC236}">
                  <a16:creationId xmlns:a16="http://schemas.microsoft.com/office/drawing/2014/main" id="{6659217C-5087-E622-9D3C-8B8DBE5A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51" y="2053023"/>
              <a:ext cx="8504371" cy="6381679"/>
            </a:xfrm>
            <a:prstGeom prst="rect">
              <a:avLst/>
            </a:prstGeom>
          </p:spPr>
        </p:pic>
      </p:grp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C48F00DC-9A53-C50A-A53F-FEAF9E12A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2BB9CAE7-59E2-EAAE-9BF7-A7FDD868A7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9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86AC5-7003-DD2D-474B-428557B3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8F58C26B-EBB8-E8C8-AF66-CA286CC6B8C4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B198F3-40FC-A4FE-61F8-62A398F42E31}"/>
              </a:ext>
            </a:extLst>
          </p:cNvPr>
          <p:cNvSpPr/>
          <p:nvPr/>
        </p:nvSpPr>
        <p:spPr>
          <a:xfrm>
            <a:off x="1028700" y="2109146"/>
            <a:ext cx="5049459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Downlink BER Performance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08DF1BF-9C54-E954-53BE-DA0E7AA55D57}"/>
              </a:ext>
            </a:extLst>
          </p:cNvPr>
          <p:cNvSpPr/>
          <p:nvPr/>
        </p:nvSpPr>
        <p:spPr>
          <a:xfrm>
            <a:off x="1386254" y="2740550"/>
            <a:ext cx="992579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Downlink exhibits reduced sensitivity to PA nonlinearities compared to uplink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6D8AAD4-43CA-0978-B3ED-F20FC9D3722F}"/>
              </a:ext>
            </a:extLst>
          </p:cNvPr>
          <p:cNvSpPr/>
          <p:nvPr/>
        </p:nvSpPr>
        <p:spPr>
          <a:xfrm>
            <a:off x="1386254" y="3226324"/>
            <a:ext cx="993861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Power allocation and high number of antennas contribute to better resilience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80CDEB-AC19-0902-0F8D-0D0BD138471E}"/>
              </a:ext>
            </a:extLst>
          </p:cNvPr>
          <p:cNvSpPr/>
          <p:nvPr/>
        </p:nvSpPr>
        <p:spPr>
          <a:xfrm>
            <a:off x="1039724" y="3712098"/>
            <a:ext cx="410529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Precoder Performance</a:t>
            </a:r>
          </a:p>
        </p:txBody>
      </p:sp>
      <p:grpSp>
        <p:nvGrpSpPr>
          <p:cNvPr id="9" name="Group 28">
            <a:extLst>
              <a:ext uri="{FF2B5EF4-FFF2-40B4-BE49-F238E27FC236}">
                <a16:creationId xmlns:a16="http://schemas.microsoft.com/office/drawing/2014/main" id="{F3FA01C0-312C-190A-599B-320E12EA41F4}"/>
              </a:ext>
            </a:extLst>
          </p:cNvPr>
          <p:cNvGrpSpPr/>
          <p:nvPr/>
        </p:nvGrpSpPr>
        <p:grpSpPr>
          <a:xfrm rot="18791400">
            <a:off x="1076523" y="2836254"/>
            <a:ext cx="104629" cy="116369"/>
            <a:chOff x="0" y="0"/>
            <a:chExt cx="27556" cy="27610"/>
          </a:xfrm>
        </p:grpSpPr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AA010EFE-D4AD-671C-5E61-4F65DEC30DF9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" name="TextBox 30">
              <a:extLst>
                <a:ext uri="{FF2B5EF4-FFF2-40B4-BE49-F238E27FC236}">
                  <a16:creationId xmlns:a16="http://schemas.microsoft.com/office/drawing/2014/main" id="{6A30F315-83B2-C513-5A7B-1230BC0A8748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2" name="Group 28">
            <a:extLst>
              <a:ext uri="{FF2B5EF4-FFF2-40B4-BE49-F238E27FC236}">
                <a16:creationId xmlns:a16="http://schemas.microsoft.com/office/drawing/2014/main" id="{B0ECB9F3-0F7B-CC71-AE76-9A6F2EA879E6}"/>
              </a:ext>
            </a:extLst>
          </p:cNvPr>
          <p:cNvGrpSpPr/>
          <p:nvPr/>
        </p:nvGrpSpPr>
        <p:grpSpPr>
          <a:xfrm rot="18791400">
            <a:off x="1065637" y="3322029"/>
            <a:ext cx="104629" cy="116369"/>
            <a:chOff x="0" y="0"/>
            <a:chExt cx="27556" cy="27610"/>
          </a:xfrm>
        </p:grpSpPr>
        <p:sp>
          <p:nvSpPr>
            <p:cNvPr id="13" name="Freeform 29">
              <a:extLst>
                <a:ext uri="{FF2B5EF4-FFF2-40B4-BE49-F238E27FC236}">
                  <a16:creationId xmlns:a16="http://schemas.microsoft.com/office/drawing/2014/main" id="{E9DDF78B-7CA5-EC2B-8C2C-38CA20A8B729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TextBox 30">
              <a:extLst>
                <a:ext uri="{FF2B5EF4-FFF2-40B4-BE49-F238E27FC236}">
                  <a16:creationId xmlns:a16="http://schemas.microsoft.com/office/drawing/2014/main" id="{FA1A9304-6C1E-058C-1F6F-85F3E6C64312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31D491-8FC6-12B3-9EFB-AA922B3B65D7}"/>
              </a:ext>
            </a:extLst>
          </p:cNvPr>
          <p:cNvSpPr/>
          <p:nvPr/>
        </p:nvSpPr>
        <p:spPr>
          <a:xfrm>
            <a:off x="1386254" y="4381516"/>
            <a:ext cx="835324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ZF and MMSE precoders show similar performance in most cases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385003EA-9721-C991-4012-062D548964C1}"/>
              </a:ext>
            </a:extLst>
          </p:cNvPr>
          <p:cNvSpPr/>
          <p:nvPr/>
        </p:nvSpPr>
        <p:spPr>
          <a:xfrm>
            <a:off x="1386254" y="4867290"/>
            <a:ext cx="1026402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For K = 256, MMSE precoder improves performance when nonlinearity is present</a:t>
            </a:r>
          </a:p>
        </p:txBody>
      </p:sp>
      <p:grpSp>
        <p:nvGrpSpPr>
          <p:cNvPr id="18" name="Group 28">
            <a:extLst>
              <a:ext uri="{FF2B5EF4-FFF2-40B4-BE49-F238E27FC236}">
                <a16:creationId xmlns:a16="http://schemas.microsoft.com/office/drawing/2014/main" id="{9DE79947-CA9D-0DCB-D927-372805291CAC}"/>
              </a:ext>
            </a:extLst>
          </p:cNvPr>
          <p:cNvGrpSpPr/>
          <p:nvPr/>
        </p:nvGrpSpPr>
        <p:grpSpPr>
          <a:xfrm rot="18791400">
            <a:off x="1076523" y="4477220"/>
            <a:ext cx="104629" cy="116369"/>
            <a:chOff x="0" y="0"/>
            <a:chExt cx="27556" cy="27610"/>
          </a:xfrm>
        </p:grpSpPr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207C208-3FDD-D8AD-4611-B27EC069D919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TextBox 30">
              <a:extLst>
                <a:ext uri="{FF2B5EF4-FFF2-40B4-BE49-F238E27FC236}">
                  <a16:creationId xmlns:a16="http://schemas.microsoft.com/office/drawing/2014/main" id="{6DD57F11-78FF-AC53-8F2D-42D5266FFDF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0AF3990-92CD-CA57-145C-7C6F6923653D}"/>
              </a:ext>
            </a:extLst>
          </p:cNvPr>
          <p:cNvGrpSpPr/>
          <p:nvPr/>
        </p:nvGrpSpPr>
        <p:grpSpPr>
          <a:xfrm rot="18791400">
            <a:off x="1065637" y="4962995"/>
            <a:ext cx="104629" cy="116369"/>
            <a:chOff x="0" y="0"/>
            <a:chExt cx="27556" cy="27610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468D690-7B4C-DE8F-42B1-0375FD2E13FF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E38AA2A-307D-9867-F8B8-2BEDF56FDFBE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2" name="Text 3">
            <a:extLst>
              <a:ext uri="{FF2B5EF4-FFF2-40B4-BE49-F238E27FC236}">
                <a16:creationId xmlns:a16="http://schemas.microsoft.com/office/drawing/2014/main" id="{0661B80C-F744-EF81-0249-1C6364596FBC}"/>
              </a:ext>
            </a:extLst>
          </p:cNvPr>
          <p:cNvSpPr/>
          <p:nvPr/>
        </p:nvSpPr>
        <p:spPr>
          <a:xfrm>
            <a:off x="1386254" y="5353064"/>
            <a:ext cx="811921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System is more robust to nonlinearities in downlink than uplink</a:t>
            </a:r>
          </a:p>
        </p:txBody>
      </p:sp>
      <p:grpSp>
        <p:nvGrpSpPr>
          <p:cNvPr id="36" name="Group 28">
            <a:extLst>
              <a:ext uri="{FF2B5EF4-FFF2-40B4-BE49-F238E27FC236}">
                <a16:creationId xmlns:a16="http://schemas.microsoft.com/office/drawing/2014/main" id="{82FD638B-5A6D-562B-2F7C-09EF66C612DC}"/>
              </a:ext>
            </a:extLst>
          </p:cNvPr>
          <p:cNvGrpSpPr/>
          <p:nvPr/>
        </p:nvGrpSpPr>
        <p:grpSpPr>
          <a:xfrm rot="18791400">
            <a:off x="1065637" y="5448769"/>
            <a:ext cx="104629" cy="116369"/>
            <a:chOff x="0" y="0"/>
            <a:chExt cx="27556" cy="27610"/>
          </a:xfrm>
        </p:grpSpPr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ACDC3947-3BC4-118D-303B-C68574EA6674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2" name="TextBox 30">
              <a:extLst>
                <a:ext uri="{FF2B5EF4-FFF2-40B4-BE49-F238E27FC236}">
                  <a16:creationId xmlns:a16="http://schemas.microsoft.com/office/drawing/2014/main" id="{45612863-6E04-F094-686E-4A28883781C8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49" name="Text 4">
            <a:extLst>
              <a:ext uri="{FF2B5EF4-FFF2-40B4-BE49-F238E27FC236}">
                <a16:creationId xmlns:a16="http://schemas.microsoft.com/office/drawing/2014/main" id="{AA35957A-9B19-0137-1632-3C06B4D32457}"/>
              </a:ext>
            </a:extLst>
          </p:cNvPr>
          <p:cNvSpPr/>
          <p:nvPr/>
        </p:nvSpPr>
        <p:spPr>
          <a:xfrm>
            <a:off x="13754100" y="3390309"/>
            <a:ext cx="9820273" cy="321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endParaRPr lang="en-US" sz="2092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01315501-5877-C721-6D91-0F18EF249CF5}"/>
              </a:ext>
            </a:extLst>
          </p:cNvPr>
          <p:cNvSpPr/>
          <p:nvPr/>
        </p:nvSpPr>
        <p:spPr>
          <a:xfrm>
            <a:off x="1028700" y="5872373"/>
            <a:ext cx="449161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Uplink BER Performance</a:t>
            </a: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A6F46760-2BC8-07CD-651D-068C422151E9}"/>
              </a:ext>
            </a:extLst>
          </p:cNvPr>
          <p:cNvSpPr/>
          <p:nvPr/>
        </p:nvSpPr>
        <p:spPr>
          <a:xfrm>
            <a:off x="1386254" y="6503777"/>
            <a:ext cx="627415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BER degrades with increasing number of UEs (K)</a:t>
            </a: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FCCA6C2A-EC60-4EB3-F465-854730B1FE1B}"/>
              </a:ext>
            </a:extLst>
          </p:cNvPr>
          <p:cNvSpPr/>
          <p:nvPr/>
        </p:nvSpPr>
        <p:spPr>
          <a:xfrm>
            <a:off x="1386254" y="6989551"/>
            <a:ext cx="546784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Significant sensitivity to PA saturation level</a:t>
            </a: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F0499CA7-BF18-D09F-194D-6FB4EB380FA3}"/>
              </a:ext>
            </a:extLst>
          </p:cNvPr>
          <p:cNvSpPr/>
          <p:nvPr/>
        </p:nvSpPr>
        <p:spPr>
          <a:xfrm>
            <a:off x="1039724" y="7856592"/>
            <a:ext cx="3994683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Decoder Performance</a:t>
            </a:r>
          </a:p>
        </p:txBody>
      </p:sp>
      <p:grpSp>
        <p:nvGrpSpPr>
          <p:cNvPr id="57" name="Group 28">
            <a:extLst>
              <a:ext uri="{FF2B5EF4-FFF2-40B4-BE49-F238E27FC236}">
                <a16:creationId xmlns:a16="http://schemas.microsoft.com/office/drawing/2014/main" id="{7DAC3497-5512-DEBC-D56E-D81EA31131C7}"/>
              </a:ext>
            </a:extLst>
          </p:cNvPr>
          <p:cNvGrpSpPr/>
          <p:nvPr/>
        </p:nvGrpSpPr>
        <p:grpSpPr>
          <a:xfrm rot="18791400">
            <a:off x="1076523" y="6599481"/>
            <a:ext cx="104629" cy="116369"/>
            <a:chOff x="0" y="0"/>
            <a:chExt cx="27556" cy="27610"/>
          </a:xfrm>
        </p:grpSpPr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F7DA3219-88EA-8F36-CF3A-FFEDCE152907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9" name="TextBox 30">
              <a:extLst>
                <a:ext uri="{FF2B5EF4-FFF2-40B4-BE49-F238E27FC236}">
                  <a16:creationId xmlns:a16="http://schemas.microsoft.com/office/drawing/2014/main" id="{50E7652C-C9AF-17EB-10EB-C05E9AB48188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60" name="Group 28">
            <a:extLst>
              <a:ext uri="{FF2B5EF4-FFF2-40B4-BE49-F238E27FC236}">
                <a16:creationId xmlns:a16="http://schemas.microsoft.com/office/drawing/2014/main" id="{16146AC5-9418-8336-3766-1B6D9FBFED02}"/>
              </a:ext>
            </a:extLst>
          </p:cNvPr>
          <p:cNvGrpSpPr/>
          <p:nvPr/>
        </p:nvGrpSpPr>
        <p:grpSpPr>
          <a:xfrm rot="18791400">
            <a:off x="1065637" y="7085256"/>
            <a:ext cx="104629" cy="116369"/>
            <a:chOff x="0" y="0"/>
            <a:chExt cx="27556" cy="27610"/>
          </a:xfrm>
        </p:grpSpPr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37D17AF8-B172-9E2D-590F-87ACAC4EBE73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30">
              <a:extLst>
                <a:ext uri="{FF2B5EF4-FFF2-40B4-BE49-F238E27FC236}">
                  <a16:creationId xmlns:a16="http://schemas.microsoft.com/office/drawing/2014/main" id="{E0B67ED5-EF38-E329-FAB8-64CCD73DE5E0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63" name="Text 2">
            <a:extLst>
              <a:ext uri="{FF2B5EF4-FFF2-40B4-BE49-F238E27FC236}">
                <a16:creationId xmlns:a16="http://schemas.microsoft.com/office/drawing/2014/main" id="{8CFF396C-9F52-DCF1-4C2D-74DC5F7DA111}"/>
              </a:ext>
            </a:extLst>
          </p:cNvPr>
          <p:cNvSpPr/>
          <p:nvPr/>
        </p:nvSpPr>
        <p:spPr>
          <a:xfrm>
            <a:off x="1386254" y="8526010"/>
            <a:ext cx="708847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ZF and MMSE decoders perform similarly in most cases</a:t>
            </a:r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A458F778-5904-71F9-914F-ADEA152C0A40}"/>
              </a:ext>
            </a:extLst>
          </p:cNvPr>
          <p:cNvSpPr/>
          <p:nvPr/>
        </p:nvSpPr>
        <p:spPr>
          <a:xfrm>
            <a:off x="1386254" y="9011784"/>
            <a:ext cx="857766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For K = 256, MMSE decoder provides ~15.8 dB SNR gain at BER of 10</a:t>
            </a:r>
          </a:p>
        </p:txBody>
      </p:sp>
      <p:grpSp>
        <p:nvGrpSpPr>
          <p:cNvPr id="65" name="Group 28">
            <a:extLst>
              <a:ext uri="{FF2B5EF4-FFF2-40B4-BE49-F238E27FC236}">
                <a16:creationId xmlns:a16="http://schemas.microsoft.com/office/drawing/2014/main" id="{FB1054BC-3B97-0680-73C0-E743E24593CC}"/>
              </a:ext>
            </a:extLst>
          </p:cNvPr>
          <p:cNvGrpSpPr/>
          <p:nvPr/>
        </p:nvGrpSpPr>
        <p:grpSpPr>
          <a:xfrm rot="18791400">
            <a:off x="1076523" y="8621714"/>
            <a:ext cx="104629" cy="116369"/>
            <a:chOff x="0" y="0"/>
            <a:chExt cx="27556" cy="27610"/>
          </a:xfrm>
        </p:grpSpPr>
        <p:sp>
          <p:nvSpPr>
            <p:cNvPr id="66" name="Freeform 29">
              <a:extLst>
                <a:ext uri="{FF2B5EF4-FFF2-40B4-BE49-F238E27FC236}">
                  <a16:creationId xmlns:a16="http://schemas.microsoft.com/office/drawing/2014/main" id="{AD0ECECA-7FF1-0957-55EA-D9CE6C2195BC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79D00E3E-7B36-84F4-CD0B-85A3DC916B83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68" name="Group 28">
            <a:extLst>
              <a:ext uri="{FF2B5EF4-FFF2-40B4-BE49-F238E27FC236}">
                <a16:creationId xmlns:a16="http://schemas.microsoft.com/office/drawing/2014/main" id="{A07B7DB9-F3E8-5D42-2F1F-E2F74E0C6557}"/>
              </a:ext>
            </a:extLst>
          </p:cNvPr>
          <p:cNvGrpSpPr/>
          <p:nvPr/>
        </p:nvGrpSpPr>
        <p:grpSpPr>
          <a:xfrm rot="18791400">
            <a:off x="1065637" y="9107489"/>
            <a:ext cx="104629" cy="116369"/>
            <a:chOff x="0" y="0"/>
            <a:chExt cx="27556" cy="27610"/>
          </a:xfrm>
        </p:grpSpPr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0F7DD4E-F7FD-4A5B-29F8-C96A5E39C971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30">
              <a:extLst>
                <a:ext uri="{FF2B5EF4-FFF2-40B4-BE49-F238E27FC236}">
                  <a16:creationId xmlns:a16="http://schemas.microsoft.com/office/drawing/2014/main" id="{BA400ECE-2212-A225-1987-07CAFB8900A8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75" name="Text 3">
            <a:extLst>
              <a:ext uri="{FF2B5EF4-FFF2-40B4-BE49-F238E27FC236}">
                <a16:creationId xmlns:a16="http://schemas.microsoft.com/office/drawing/2014/main" id="{CE61C9B8-E2BF-F5C5-A6B7-81DF5A4BBE49}"/>
              </a:ext>
            </a:extLst>
          </p:cNvPr>
          <p:cNvSpPr/>
          <p:nvPr/>
        </p:nvSpPr>
        <p:spPr>
          <a:xfrm>
            <a:off x="1373430" y="7424678"/>
            <a:ext cx="993861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For A = 1, substantial BER degradation regardless of K and decoding algorithm</a:t>
            </a:r>
          </a:p>
        </p:txBody>
      </p:sp>
      <p:grpSp>
        <p:nvGrpSpPr>
          <p:cNvPr id="76" name="Group 28">
            <a:extLst>
              <a:ext uri="{FF2B5EF4-FFF2-40B4-BE49-F238E27FC236}">
                <a16:creationId xmlns:a16="http://schemas.microsoft.com/office/drawing/2014/main" id="{88A0B69F-61C2-3BED-BAD5-8FA965BA8330}"/>
              </a:ext>
            </a:extLst>
          </p:cNvPr>
          <p:cNvGrpSpPr/>
          <p:nvPr/>
        </p:nvGrpSpPr>
        <p:grpSpPr>
          <a:xfrm rot="18791400">
            <a:off x="1052813" y="7520383"/>
            <a:ext cx="104629" cy="116369"/>
            <a:chOff x="0" y="0"/>
            <a:chExt cx="27556" cy="27610"/>
          </a:xfrm>
        </p:grpSpPr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FB952F65-55F8-EC9C-058D-B2D2795A8EFF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30">
              <a:extLst>
                <a:ext uri="{FF2B5EF4-FFF2-40B4-BE49-F238E27FC236}">
                  <a16:creationId xmlns:a16="http://schemas.microsoft.com/office/drawing/2014/main" id="{A56AC567-1DA5-48DC-2219-7FBA2350F19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9218" name="Picture 2" descr="The endless study • Artwork • Studio Olafur Eliasson">
            <a:extLst>
              <a:ext uri="{FF2B5EF4-FFF2-40B4-BE49-F238E27FC236}">
                <a16:creationId xmlns:a16="http://schemas.microsoft.com/office/drawing/2014/main" id="{18540405-0BA0-3795-FC4A-FDE6B33A5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4"/>
          <a:stretch>
            <a:fillRect/>
          </a:stretch>
        </p:blipFill>
        <p:spPr bwMode="auto">
          <a:xfrm>
            <a:off x="12026657" y="2011244"/>
            <a:ext cx="5095261" cy="758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58632D72-F32B-3CF2-077D-FB751CF27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901396B0-0F40-243C-8449-23E7465070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10708EF2-965A-1C54-39C5-1DF136626511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1668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5C5A42-4FAC-6BE6-4739-43336307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01D386F8-6F97-9137-571C-32E3BBC7F3F3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pic>
        <p:nvPicPr>
          <p:cNvPr id="16" name="Imagem 15" descr="Diagrama&#10;&#10;O conteúdo gerado por IA pode estar incorreto.">
            <a:extLst>
              <a:ext uri="{FF2B5EF4-FFF2-40B4-BE49-F238E27FC236}">
                <a16:creationId xmlns:a16="http://schemas.microsoft.com/office/drawing/2014/main" id="{1387A7AE-E186-E78A-7B3E-96AB025E5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251" y="1848638"/>
            <a:ext cx="4397950" cy="3300221"/>
          </a:xfrm>
          <a:prstGeom prst="rect">
            <a:avLst/>
          </a:prstGeom>
        </p:spPr>
      </p:pic>
      <p:pic>
        <p:nvPicPr>
          <p:cNvPr id="22" name="Imagem 2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4480B7CA-1797-38D7-D944-DC2A2E227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251" y="6000290"/>
            <a:ext cx="4397950" cy="3300221"/>
          </a:xfrm>
          <a:prstGeom prst="rect">
            <a:avLst/>
          </a:prstGeom>
        </p:spPr>
      </p:pic>
      <p:pic>
        <p:nvPicPr>
          <p:cNvPr id="31" name="Imagem 30" descr="Diagrama&#10;&#10;O conteúdo gerado por IA pode estar incorreto.">
            <a:extLst>
              <a:ext uri="{FF2B5EF4-FFF2-40B4-BE49-F238E27FC236}">
                <a16:creationId xmlns:a16="http://schemas.microsoft.com/office/drawing/2014/main" id="{FBFC7EE0-2847-B6A4-FCEC-CF31632BE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452" y="1832309"/>
            <a:ext cx="4397950" cy="3300221"/>
          </a:xfrm>
          <a:prstGeom prst="rect">
            <a:avLst/>
          </a:prstGeom>
        </p:spPr>
      </p:pic>
      <p:pic>
        <p:nvPicPr>
          <p:cNvPr id="33" name="Imagem 32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5E86633F-ED6D-C18D-59F3-A013E6E7FC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450" y="6000289"/>
            <a:ext cx="4397951" cy="3300222"/>
          </a:xfrm>
          <a:prstGeom prst="rect">
            <a:avLst/>
          </a:prstGeom>
        </p:spPr>
      </p:pic>
      <p:sp>
        <p:nvSpPr>
          <p:cNvPr id="34" name="TextBox 11">
            <a:extLst>
              <a:ext uri="{FF2B5EF4-FFF2-40B4-BE49-F238E27FC236}">
                <a16:creationId xmlns:a16="http://schemas.microsoft.com/office/drawing/2014/main" id="{4D09F553-DEC2-F655-A169-7F7B3A0BE6A6}"/>
              </a:ext>
            </a:extLst>
          </p:cNvPr>
          <p:cNvSpPr txBox="1"/>
          <p:nvPr/>
        </p:nvSpPr>
        <p:spPr>
          <a:xfrm>
            <a:off x="4038600" y="5382141"/>
            <a:ext cx="99822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  <a:spcBef>
                <a:spcPct val="0"/>
              </a:spcBef>
            </a:pPr>
            <a:r>
              <a:rPr lang="en-US">
                <a:latin typeface="Montserrat" pitchFamily="2" charset="0"/>
              </a:rPr>
              <a:t>Uplink BER versus SNR for K </a:t>
            </a:r>
            <a:r>
              <a:rPr lang="en-US"/>
              <a:t>∈</a:t>
            </a:r>
            <a:r>
              <a:rPr lang="en-US">
                <a:latin typeface="Montserrat" pitchFamily="2" charset="0"/>
              </a:rPr>
              <a:t> {64, 128, 256}, A </a:t>
            </a:r>
            <a:r>
              <a:rPr lang="en-US"/>
              <a:t>∈</a:t>
            </a:r>
            <a:r>
              <a:rPr lang="en-US">
                <a:latin typeface="Montserrat" pitchFamily="2" charset="0"/>
              </a:rPr>
              <a:t> {Ideal, 1, 2}, and ZF and MMSE decoders.</a:t>
            </a:r>
            <a:endParaRPr lang="en-US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B83B9C5A-2323-9F98-971C-0F26861EBFAD}"/>
              </a:ext>
            </a:extLst>
          </p:cNvPr>
          <p:cNvSpPr txBox="1"/>
          <p:nvPr/>
        </p:nvSpPr>
        <p:spPr>
          <a:xfrm>
            <a:off x="3296300" y="9537614"/>
            <a:ext cx="10514300" cy="431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63"/>
              </a:lnSpc>
              <a:spcBef>
                <a:spcPct val="0"/>
              </a:spcBef>
            </a:pPr>
            <a:r>
              <a:rPr lang="en-US">
                <a:latin typeface="Montserrat" pitchFamily="2" charset="0"/>
              </a:rPr>
              <a:t>Downlink BER versus SNR for K </a:t>
            </a:r>
            <a:r>
              <a:rPr lang="en-US"/>
              <a:t>∈</a:t>
            </a:r>
            <a:r>
              <a:rPr lang="en-US">
                <a:latin typeface="Montserrat" pitchFamily="2" charset="0"/>
              </a:rPr>
              <a:t> {64, 128, 256}, A </a:t>
            </a:r>
            <a:r>
              <a:rPr lang="en-US"/>
              <a:t>∈</a:t>
            </a:r>
            <a:r>
              <a:rPr lang="en-US">
                <a:latin typeface="Montserrat" pitchFamily="2" charset="0"/>
              </a:rPr>
              <a:t> {Ideal, 1, 2}, and ZF and MMSE decoders.</a:t>
            </a:r>
            <a:endParaRPr lang="en-US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8CDE3145-8402-1B66-940F-B3CF7EE3E0B1}"/>
              </a:ext>
            </a:extLst>
          </p:cNvPr>
          <p:cNvSpPr txBox="1"/>
          <p:nvPr/>
        </p:nvSpPr>
        <p:spPr>
          <a:xfrm>
            <a:off x="5605433" y="5039702"/>
            <a:ext cx="6109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>
                <a:latin typeface="Montserrat" pitchFamily="2" charset="0"/>
              </a:rPr>
              <a:t>ZF</a:t>
            </a:r>
            <a:endParaRPr lang="en-US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A603212D-46D3-493B-186C-4A5665858E53}"/>
              </a:ext>
            </a:extLst>
          </p:cNvPr>
          <p:cNvSpPr txBox="1"/>
          <p:nvPr/>
        </p:nvSpPr>
        <p:spPr>
          <a:xfrm>
            <a:off x="10363200" y="5013508"/>
            <a:ext cx="9906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MMSE</a:t>
            </a: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B1DFACFE-E6DF-77CE-F96A-50511078EFC0}"/>
              </a:ext>
            </a:extLst>
          </p:cNvPr>
          <p:cNvSpPr txBox="1"/>
          <p:nvPr/>
        </p:nvSpPr>
        <p:spPr>
          <a:xfrm>
            <a:off x="5605433" y="9187909"/>
            <a:ext cx="6109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>
                <a:latin typeface="Montserrat" pitchFamily="2" charset="0"/>
              </a:rPr>
              <a:t>ZF</a:t>
            </a:r>
            <a:endParaRPr lang="en-US" spc="274">
              <a:solidFill>
                <a:srgbClr val="231F20"/>
              </a:solidFill>
              <a:latin typeface="Montserrat" pitchFamily="2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81EA50DA-363B-7179-4C6B-5269CF721141}"/>
              </a:ext>
            </a:extLst>
          </p:cNvPr>
          <p:cNvSpPr txBox="1"/>
          <p:nvPr/>
        </p:nvSpPr>
        <p:spPr>
          <a:xfrm>
            <a:off x="10363200" y="9184953"/>
            <a:ext cx="990600" cy="432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MMSE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9A5453A7-5472-2D0D-CF9A-95E4BC520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476EC410-95EF-74F3-3D6C-5E273D9B21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CC3102-1DC2-C3ED-265D-1D66F2D27A97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68448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55BE-D723-FE81-E138-72307A46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2992D952-17A8-AD7E-551B-B603B062CD96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5ABBF885-90F9-8157-EF00-9981726C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69ABEB14-3D60-D42E-DAAE-8F7152479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071765D-2CB7-BBDD-10C5-1CAFD4EB3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97" y="3009900"/>
            <a:ext cx="17406005" cy="4924997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08820CE6-8E2D-3B31-A41C-88A7CF6E3F1B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7812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2005-8D73-062E-F621-9813DFFA2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E1C11625-85CF-0CC7-DAF1-2D3222F0E7F8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B882E5D1-3A77-ED7C-0BFF-16F11CA5E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BDB83F63-0C6C-F2AC-2BBA-7567F7925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3F3370E-ADB2-53CA-158C-71A91B2F7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31" y="3009900"/>
            <a:ext cx="17346935" cy="4924997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94B5D330-566F-61EE-A081-0E440BC46F05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7038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4520-56E0-39AF-0E7E-1DD22D1B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02D85599-0960-C419-4BF8-074BD34DAE8A}"/>
              </a:ext>
            </a:extLst>
          </p:cNvPr>
          <p:cNvSpPr txBox="1"/>
          <p:nvPr/>
        </p:nvSpPr>
        <p:spPr>
          <a:xfrm>
            <a:off x="1028700" y="986489"/>
            <a:ext cx="150495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SIMULATION RESULTS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91CAD28-7022-9D02-DFA3-84B20C214BB4}"/>
              </a:ext>
            </a:extLst>
          </p:cNvPr>
          <p:cNvSpPr/>
          <p:nvPr/>
        </p:nvSpPr>
        <p:spPr>
          <a:xfrm>
            <a:off x="1028700" y="2247900"/>
            <a:ext cx="590706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Constellation Distortion Analysis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DC8580A-EA41-192D-5C77-464E39B935FF}"/>
              </a:ext>
            </a:extLst>
          </p:cNvPr>
          <p:cNvSpPr/>
          <p:nvPr/>
        </p:nvSpPr>
        <p:spPr>
          <a:xfrm>
            <a:off x="1386254" y="2879304"/>
            <a:ext cx="714458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Analysis focused on uplink decoded signal constellation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08B3CB2-989E-4DA2-0337-3913666D0CA4}"/>
              </a:ext>
            </a:extLst>
          </p:cNvPr>
          <p:cNvSpPr/>
          <p:nvPr/>
        </p:nvSpPr>
        <p:spPr>
          <a:xfrm>
            <a:off x="1386254" y="3365078"/>
            <a:ext cx="766556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64-QAM and 256-QAM modulations evaluated at 30 dB SNR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96B9E6-D0A9-9B84-4FEF-1F3C1B9A335A}"/>
              </a:ext>
            </a:extLst>
          </p:cNvPr>
          <p:cNvSpPr/>
          <p:nvPr/>
        </p:nvSpPr>
        <p:spPr>
          <a:xfrm>
            <a:off x="1039724" y="3850852"/>
            <a:ext cx="310341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Observed Effects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BCDF9E7-CE2B-9F34-62AC-10BB1389F54A}"/>
              </a:ext>
            </a:extLst>
          </p:cNvPr>
          <p:cNvSpPr/>
          <p:nvPr/>
        </p:nvSpPr>
        <p:spPr>
          <a:xfrm>
            <a:off x="1402311" y="4482257"/>
            <a:ext cx="585737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Decoded signal shows amplitude attenuation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E820E84-3FC3-195A-114F-8CC0F417C86C}"/>
              </a:ext>
            </a:extLst>
          </p:cNvPr>
          <p:cNvSpPr/>
          <p:nvPr/>
        </p:nvSpPr>
        <p:spPr>
          <a:xfrm>
            <a:off x="1402311" y="4904132"/>
            <a:ext cx="8447318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No phase shift observed (expected with AM-AM only distortion)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3AD85A5-903A-F720-9811-AC190EA3C980}"/>
              </a:ext>
            </a:extLst>
          </p:cNvPr>
          <p:cNvSpPr/>
          <p:nvPr/>
        </p:nvSpPr>
        <p:spPr>
          <a:xfrm>
            <a:off x="1402311" y="5310746"/>
            <a:ext cx="685123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Decreasing saturation level A leads to more distortion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5782A62-76F8-F852-4BB8-3CC34300CA27}"/>
              </a:ext>
            </a:extLst>
          </p:cNvPr>
          <p:cNvSpPr/>
          <p:nvPr/>
        </p:nvSpPr>
        <p:spPr>
          <a:xfrm>
            <a:off x="1400908" y="5717360"/>
            <a:ext cx="637033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Symbols near constellation vertices most affected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2CDD593-1435-D098-E887-ACE69EF1464E}"/>
              </a:ext>
            </a:extLst>
          </p:cNvPr>
          <p:cNvSpPr/>
          <p:nvPr/>
        </p:nvSpPr>
        <p:spPr>
          <a:xfrm>
            <a:off x="1059411" y="6185713"/>
            <a:ext cx="5196935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Impact on Symbol Detection</a:t>
            </a:r>
            <a:endParaRPr lang="en-US" sz="27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E505BE8-3CB7-CB70-B1AC-75B77A394B6E}"/>
              </a:ext>
            </a:extLst>
          </p:cNvPr>
          <p:cNvSpPr/>
          <p:nvPr/>
        </p:nvSpPr>
        <p:spPr>
          <a:xfrm>
            <a:off x="1402311" y="6853937"/>
            <a:ext cx="614270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Even symbols near constellation center affected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32574138-E5AA-FADA-5468-80FDE242B179}"/>
              </a:ext>
            </a:extLst>
          </p:cNvPr>
          <p:cNvSpPr/>
          <p:nvPr/>
        </p:nvSpPr>
        <p:spPr>
          <a:xfrm>
            <a:off x="1402311" y="7339711"/>
            <a:ext cx="652903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Higher-order modulations more severely impacted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A709AB4-0E12-B122-992B-FAA0680DC60E}"/>
              </a:ext>
            </a:extLst>
          </p:cNvPr>
          <p:cNvSpPr/>
          <p:nvPr/>
        </p:nvSpPr>
        <p:spPr>
          <a:xfrm>
            <a:off x="1402311" y="7825487"/>
            <a:ext cx="656910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Decision boundaries compromised, increasing BER</a:t>
            </a:r>
            <a:endParaRPr lang="en-US" sz="2000">
              <a:solidFill>
                <a:srgbClr val="231F20"/>
              </a:solidFill>
              <a:latin typeface="Montserrat" pitchFamily="2" charset="0"/>
            </a:endParaRPr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B67AA7DF-4D97-BA51-4A3E-3DA4F86618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8" t="8102" r="61786" b="36333"/>
          <a:stretch>
            <a:fillRect/>
          </a:stretch>
        </p:blipFill>
        <p:spPr>
          <a:xfrm>
            <a:off x="9827858" y="3361183"/>
            <a:ext cx="3238992" cy="3172890"/>
          </a:xfrm>
          <a:prstGeom prst="rect">
            <a:avLst/>
          </a:prstGeom>
        </p:spPr>
      </p:pic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684A377E-E16F-F359-43D3-5ECA5BCF8BF5}"/>
              </a:ext>
            </a:extLst>
          </p:cNvPr>
          <p:cNvSpPr/>
          <p:nvPr/>
        </p:nvSpPr>
        <p:spPr>
          <a:xfrm>
            <a:off x="13250422" y="4683085"/>
            <a:ext cx="990600" cy="457200"/>
          </a:xfrm>
          <a:prstGeom prst="rightArrow">
            <a:avLst/>
          </a:prstGeom>
          <a:solidFill>
            <a:srgbClr val="231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0F2F4A3-FD0D-B004-2AD2-2CE0671D58AC}"/>
              </a:ext>
            </a:extLst>
          </p:cNvPr>
          <p:cNvSpPr txBox="1"/>
          <p:nvPr/>
        </p:nvSpPr>
        <p:spPr>
          <a:xfrm>
            <a:off x="9827858" y="6729024"/>
            <a:ext cx="7712186" cy="96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sz="2000" spc="274">
                <a:solidFill>
                  <a:srgbClr val="231F20"/>
                </a:solidFill>
                <a:latin typeface="Montserrat" pitchFamily="2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High-Amplitude constellation points move ‘inwards’ due to gain reduction at compression</a:t>
            </a:r>
          </a:p>
        </p:txBody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B6171023-F005-253C-E4B1-6B5A62302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7" t="8102" r="5064" b="36333"/>
          <a:stretch>
            <a:fillRect/>
          </a:stretch>
        </p:blipFill>
        <p:spPr>
          <a:xfrm>
            <a:off x="14329497" y="3365078"/>
            <a:ext cx="3371196" cy="3172890"/>
          </a:xfrm>
          <a:prstGeom prst="rect">
            <a:avLst/>
          </a:prstGeom>
        </p:spPr>
      </p:pic>
      <p:grpSp>
        <p:nvGrpSpPr>
          <p:cNvPr id="18" name="Group 28">
            <a:extLst>
              <a:ext uri="{FF2B5EF4-FFF2-40B4-BE49-F238E27FC236}">
                <a16:creationId xmlns:a16="http://schemas.microsoft.com/office/drawing/2014/main" id="{4D79C1BE-FCCB-A9E1-D840-ACDECC4FAA7D}"/>
              </a:ext>
            </a:extLst>
          </p:cNvPr>
          <p:cNvGrpSpPr/>
          <p:nvPr/>
        </p:nvGrpSpPr>
        <p:grpSpPr>
          <a:xfrm rot="18791400">
            <a:off x="1076523" y="2975008"/>
            <a:ext cx="104629" cy="116369"/>
            <a:chOff x="0" y="0"/>
            <a:chExt cx="27556" cy="27610"/>
          </a:xfrm>
        </p:grpSpPr>
        <p:sp>
          <p:nvSpPr>
            <p:cNvPr id="19" name="Freeform 29">
              <a:extLst>
                <a:ext uri="{FF2B5EF4-FFF2-40B4-BE49-F238E27FC236}">
                  <a16:creationId xmlns:a16="http://schemas.microsoft.com/office/drawing/2014/main" id="{01A423B7-D36E-63E0-4954-70CB22BC23B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TextBox 30">
              <a:extLst>
                <a:ext uri="{FF2B5EF4-FFF2-40B4-BE49-F238E27FC236}">
                  <a16:creationId xmlns:a16="http://schemas.microsoft.com/office/drawing/2014/main" id="{B1C534A6-82D8-94EE-B389-5DFBE0879766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2" name="Group 28">
            <a:extLst>
              <a:ext uri="{FF2B5EF4-FFF2-40B4-BE49-F238E27FC236}">
                <a16:creationId xmlns:a16="http://schemas.microsoft.com/office/drawing/2014/main" id="{A14CB369-3097-B5BA-47DD-08B0F10E9C7E}"/>
              </a:ext>
            </a:extLst>
          </p:cNvPr>
          <p:cNvGrpSpPr/>
          <p:nvPr/>
        </p:nvGrpSpPr>
        <p:grpSpPr>
          <a:xfrm rot="18791400">
            <a:off x="1065637" y="3460783"/>
            <a:ext cx="104629" cy="116369"/>
            <a:chOff x="0" y="0"/>
            <a:chExt cx="27556" cy="27610"/>
          </a:xfrm>
        </p:grpSpPr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79E5322B-8FC9-1E6F-19F0-E780D9D631D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TextBox 30">
              <a:extLst>
                <a:ext uri="{FF2B5EF4-FFF2-40B4-BE49-F238E27FC236}">
                  <a16:creationId xmlns:a16="http://schemas.microsoft.com/office/drawing/2014/main" id="{21FA4DC1-B5AD-BB38-D487-4FA407B97905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6" name="Group 28">
            <a:extLst>
              <a:ext uri="{FF2B5EF4-FFF2-40B4-BE49-F238E27FC236}">
                <a16:creationId xmlns:a16="http://schemas.microsoft.com/office/drawing/2014/main" id="{BF63DFDF-D29D-A238-8B75-80FD4C6EA6DF}"/>
              </a:ext>
            </a:extLst>
          </p:cNvPr>
          <p:cNvGrpSpPr/>
          <p:nvPr/>
        </p:nvGrpSpPr>
        <p:grpSpPr>
          <a:xfrm rot="18791400">
            <a:off x="1101381" y="4580419"/>
            <a:ext cx="104629" cy="116369"/>
            <a:chOff x="0" y="0"/>
            <a:chExt cx="27556" cy="27610"/>
          </a:xfrm>
        </p:grpSpPr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45014C68-1D0E-2B5A-9BAA-270EF8DEB3AC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TextBox 30">
              <a:extLst>
                <a:ext uri="{FF2B5EF4-FFF2-40B4-BE49-F238E27FC236}">
                  <a16:creationId xmlns:a16="http://schemas.microsoft.com/office/drawing/2014/main" id="{26778A7A-5D0D-0352-48D3-77F1D2E9A4CF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5A4833-CD56-B36A-5A60-FFEBB7BD5A85}"/>
              </a:ext>
            </a:extLst>
          </p:cNvPr>
          <p:cNvGrpSpPr/>
          <p:nvPr/>
        </p:nvGrpSpPr>
        <p:grpSpPr>
          <a:xfrm rot="18791400">
            <a:off x="1092579" y="5008587"/>
            <a:ext cx="104629" cy="116369"/>
            <a:chOff x="0" y="0"/>
            <a:chExt cx="27556" cy="27610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134D5B9-E74F-9257-7BAC-A1A0A1B53875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4065CC-05F3-06C4-D5DA-1ED05BDD80B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4" name="Group 28">
            <a:extLst>
              <a:ext uri="{FF2B5EF4-FFF2-40B4-BE49-F238E27FC236}">
                <a16:creationId xmlns:a16="http://schemas.microsoft.com/office/drawing/2014/main" id="{3626F736-8BAC-54F6-0794-D81D64FF4632}"/>
              </a:ext>
            </a:extLst>
          </p:cNvPr>
          <p:cNvGrpSpPr/>
          <p:nvPr/>
        </p:nvGrpSpPr>
        <p:grpSpPr>
          <a:xfrm rot="18791400">
            <a:off x="1092578" y="5385771"/>
            <a:ext cx="104629" cy="116369"/>
            <a:chOff x="0" y="0"/>
            <a:chExt cx="27556" cy="27610"/>
          </a:xfrm>
        </p:grpSpPr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DC1C12A7-C60C-94E7-2C49-04E45533B0AB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8" name="TextBox 30">
              <a:extLst>
                <a:ext uri="{FF2B5EF4-FFF2-40B4-BE49-F238E27FC236}">
                  <a16:creationId xmlns:a16="http://schemas.microsoft.com/office/drawing/2014/main" id="{98B182D8-3230-FA83-0FAE-50A881BEF3F9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428F4AF8-5CFD-6448-B92A-914BAF18C633}"/>
              </a:ext>
            </a:extLst>
          </p:cNvPr>
          <p:cNvGrpSpPr/>
          <p:nvPr/>
        </p:nvGrpSpPr>
        <p:grpSpPr>
          <a:xfrm rot="18791400">
            <a:off x="1092578" y="5803863"/>
            <a:ext cx="104629" cy="116369"/>
            <a:chOff x="0" y="0"/>
            <a:chExt cx="27556" cy="27610"/>
          </a:xfrm>
        </p:grpSpPr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453B8617-3887-4350-CA69-2B625ACD246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1" name="TextBox 30">
              <a:extLst>
                <a:ext uri="{FF2B5EF4-FFF2-40B4-BE49-F238E27FC236}">
                  <a16:creationId xmlns:a16="http://schemas.microsoft.com/office/drawing/2014/main" id="{6F36EAA8-6402-85C0-B386-0436226200EB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2" name="Group 28">
            <a:extLst>
              <a:ext uri="{FF2B5EF4-FFF2-40B4-BE49-F238E27FC236}">
                <a16:creationId xmlns:a16="http://schemas.microsoft.com/office/drawing/2014/main" id="{46F1E679-1550-E9CD-9EEE-7A41CD13D288}"/>
              </a:ext>
            </a:extLst>
          </p:cNvPr>
          <p:cNvGrpSpPr/>
          <p:nvPr/>
        </p:nvGrpSpPr>
        <p:grpSpPr>
          <a:xfrm rot="18791400">
            <a:off x="1088952" y="6949641"/>
            <a:ext cx="104629" cy="116369"/>
            <a:chOff x="0" y="0"/>
            <a:chExt cx="27556" cy="27610"/>
          </a:xfrm>
        </p:grpSpPr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D24091CE-9CDC-2B3E-DE7D-C83BD5DD242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4" name="TextBox 30">
              <a:extLst>
                <a:ext uri="{FF2B5EF4-FFF2-40B4-BE49-F238E27FC236}">
                  <a16:creationId xmlns:a16="http://schemas.microsoft.com/office/drawing/2014/main" id="{82A89EE2-30EE-14AD-EB07-5E5F4009748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5" name="Group 28">
            <a:extLst>
              <a:ext uri="{FF2B5EF4-FFF2-40B4-BE49-F238E27FC236}">
                <a16:creationId xmlns:a16="http://schemas.microsoft.com/office/drawing/2014/main" id="{2283C3B3-A4D2-43F3-5256-AB8CB38BBB9E}"/>
              </a:ext>
            </a:extLst>
          </p:cNvPr>
          <p:cNvGrpSpPr/>
          <p:nvPr/>
        </p:nvGrpSpPr>
        <p:grpSpPr>
          <a:xfrm rot="18791400">
            <a:off x="1086869" y="7435414"/>
            <a:ext cx="104629" cy="116369"/>
            <a:chOff x="0" y="0"/>
            <a:chExt cx="27556" cy="27610"/>
          </a:xfrm>
        </p:grpSpPr>
        <p:sp>
          <p:nvSpPr>
            <p:cNvPr id="46" name="Freeform 29">
              <a:extLst>
                <a:ext uri="{FF2B5EF4-FFF2-40B4-BE49-F238E27FC236}">
                  <a16:creationId xmlns:a16="http://schemas.microsoft.com/office/drawing/2014/main" id="{7D719D62-1A75-0F92-4AA6-B097CDEC07F3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7" name="TextBox 30">
              <a:extLst>
                <a:ext uri="{FF2B5EF4-FFF2-40B4-BE49-F238E27FC236}">
                  <a16:creationId xmlns:a16="http://schemas.microsoft.com/office/drawing/2014/main" id="{169F280C-7088-A62E-4176-F084BE8C9F96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48" name="Group 28">
            <a:extLst>
              <a:ext uri="{FF2B5EF4-FFF2-40B4-BE49-F238E27FC236}">
                <a16:creationId xmlns:a16="http://schemas.microsoft.com/office/drawing/2014/main" id="{8B991C2B-F9E4-D913-309D-7FBEB14E826B}"/>
              </a:ext>
            </a:extLst>
          </p:cNvPr>
          <p:cNvGrpSpPr/>
          <p:nvPr/>
        </p:nvGrpSpPr>
        <p:grpSpPr>
          <a:xfrm rot="18791400">
            <a:off x="1085325" y="7917156"/>
            <a:ext cx="104629" cy="116369"/>
            <a:chOff x="0" y="0"/>
            <a:chExt cx="27556" cy="27610"/>
          </a:xfrm>
        </p:grpSpPr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282F6A7E-C3FA-F65A-B84C-53B127D908E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0" name="TextBox 30">
              <a:extLst>
                <a:ext uri="{FF2B5EF4-FFF2-40B4-BE49-F238E27FC236}">
                  <a16:creationId xmlns:a16="http://schemas.microsoft.com/office/drawing/2014/main" id="{3FFB0D4C-8603-0142-65CB-D79E8A2DEBE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2" name="TextBox 3">
            <a:extLst>
              <a:ext uri="{FF2B5EF4-FFF2-40B4-BE49-F238E27FC236}">
                <a16:creationId xmlns:a16="http://schemas.microsoft.com/office/drawing/2014/main" id="{83FDC850-93ED-D1D6-5CD2-9B550A0AB458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68074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F147-D159-2612-CFFE-D4719FBF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4">
            <a:extLst>
              <a:ext uri="{FF2B5EF4-FFF2-40B4-BE49-F238E27FC236}">
                <a16:creationId xmlns:a16="http://schemas.microsoft.com/office/drawing/2014/main" id="{02069B4D-2E1D-B1AD-3A44-86C14165BB35}"/>
              </a:ext>
            </a:extLst>
          </p:cNvPr>
          <p:cNvSpPr txBox="1"/>
          <p:nvPr/>
        </p:nvSpPr>
        <p:spPr>
          <a:xfrm>
            <a:off x="1028700" y="986489"/>
            <a:ext cx="15582900" cy="786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4800" b="1" spc="470">
                <a:solidFill>
                  <a:srgbClr val="231F2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AND FUTURE WORK</a:t>
            </a:r>
          </a:p>
        </p:txBody>
      </p:sp>
      <p:sp>
        <p:nvSpPr>
          <p:cNvPr id="83" name="Text 1">
            <a:extLst>
              <a:ext uri="{FF2B5EF4-FFF2-40B4-BE49-F238E27FC236}">
                <a16:creationId xmlns:a16="http://schemas.microsoft.com/office/drawing/2014/main" id="{AB03AAF2-C659-56D3-BFB3-2DB4FAC16C56}"/>
              </a:ext>
            </a:extLst>
          </p:cNvPr>
          <p:cNvSpPr/>
          <p:nvPr/>
        </p:nvSpPr>
        <p:spPr>
          <a:xfrm>
            <a:off x="1028700" y="2247900"/>
            <a:ext cx="226023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Key findings</a:t>
            </a:r>
          </a:p>
        </p:txBody>
      </p:sp>
      <p:sp>
        <p:nvSpPr>
          <p:cNvPr id="84" name="Text 2">
            <a:extLst>
              <a:ext uri="{FF2B5EF4-FFF2-40B4-BE49-F238E27FC236}">
                <a16:creationId xmlns:a16="http://schemas.microsoft.com/office/drawing/2014/main" id="{0ED6924D-747C-6339-CBBF-154A2C6ED66A}"/>
              </a:ext>
            </a:extLst>
          </p:cNvPr>
          <p:cNvSpPr/>
          <p:nvPr/>
        </p:nvSpPr>
        <p:spPr>
          <a:xfrm>
            <a:off x="1386254" y="2879304"/>
            <a:ext cx="1064714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PA nonlinearities significantly degrade BER performance in massive MIMO systems</a:t>
            </a: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9415EBB0-7141-F86E-C011-26BFBA6E60A3}"/>
              </a:ext>
            </a:extLst>
          </p:cNvPr>
          <p:cNvSpPr/>
          <p:nvPr/>
        </p:nvSpPr>
        <p:spPr>
          <a:xfrm>
            <a:off x="1386254" y="3365078"/>
            <a:ext cx="952183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SNR losses range from 2.3 dB to 5.1 dB depending on system configuration</a:t>
            </a: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183576DF-7889-313A-92B7-66DAD5D1DE7B}"/>
              </a:ext>
            </a:extLst>
          </p:cNvPr>
          <p:cNvSpPr/>
          <p:nvPr/>
        </p:nvSpPr>
        <p:spPr>
          <a:xfrm>
            <a:off x="1039724" y="4789553"/>
            <a:ext cx="478175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Future research directions</a:t>
            </a:r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CC13050F-ABF3-46DC-5CE6-B0653ABDB35C}"/>
              </a:ext>
            </a:extLst>
          </p:cNvPr>
          <p:cNvSpPr/>
          <p:nvPr/>
        </p:nvSpPr>
        <p:spPr>
          <a:xfrm>
            <a:off x="1402311" y="5420958"/>
            <a:ext cx="709649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Integration of nonlinear channel estimation techniques</a:t>
            </a:r>
          </a:p>
        </p:txBody>
      </p:sp>
      <p:sp>
        <p:nvSpPr>
          <p:cNvPr id="88" name="Text 6">
            <a:extLst>
              <a:ext uri="{FF2B5EF4-FFF2-40B4-BE49-F238E27FC236}">
                <a16:creationId xmlns:a16="http://schemas.microsoft.com/office/drawing/2014/main" id="{1F0C9B64-2F33-7C03-755C-34772C78F837}"/>
              </a:ext>
            </a:extLst>
          </p:cNvPr>
          <p:cNvSpPr/>
          <p:nvPr/>
        </p:nvSpPr>
        <p:spPr>
          <a:xfrm>
            <a:off x="1402311" y="5842833"/>
            <a:ext cx="8447318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Design of machine learning-based precoders and decoders</a:t>
            </a: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7A71D09E-4D12-FC9D-943C-7D9E776C0925}"/>
              </a:ext>
            </a:extLst>
          </p:cNvPr>
          <p:cNvSpPr/>
          <p:nvPr/>
        </p:nvSpPr>
        <p:spPr>
          <a:xfrm>
            <a:off x="1402311" y="6249447"/>
            <a:ext cx="901208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Deep learning models for approximating optimal precoding strategies</a:t>
            </a:r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18BAC72F-741D-0C08-E298-A5FA448B963D}"/>
              </a:ext>
            </a:extLst>
          </p:cNvPr>
          <p:cNvSpPr/>
          <p:nvPr/>
        </p:nvSpPr>
        <p:spPr>
          <a:xfrm>
            <a:off x="1400908" y="6656061"/>
            <a:ext cx="902971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Mitigation techniques for PA distortions and channel estimation errors</a:t>
            </a:r>
          </a:p>
        </p:txBody>
      </p:sp>
      <p:grpSp>
        <p:nvGrpSpPr>
          <p:cNvPr id="95" name="Group 28">
            <a:extLst>
              <a:ext uri="{FF2B5EF4-FFF2-40B4-BE49-F238E27FC236}">
                <a16:creationId xmlns:a16="http://schemas.microsoft.com/office/drawing/2014/main" id="{C225DB38-C3EF-A3ED-4E40-C56B11FCEB6C}"/>
              </a:ext>
            </a:extLst>
          </p:cNvPr>
          <p:cNvGrpSpPr/>
          <p:nvPr/>
        </p:nvGrpSpPr>
        <p:grpSpPr>
          <a:xfrm rot="18791400">
            <a:off x="1076523" y="2975008"/>
            <a:ext cx="104629" cy="116369"/>
            <a:chOff x="0" y="0"/>
            <a:chExt cx="27556" cy="27610"/>
          </a:xfrm>
        </p:grpSpPr>
        <p:sp>
          <p:nvSpPr>
            <p:cNvPr id="96" name="Freeform 29">
              <a:extLst>
                <a:ext uri="{FF2B5EF4-FFF2-40B4-BE49-F238E27FC236}">
                  <a16:creationId xmlns:a16="http://schemas.microsoft.com/office/drawing/2014/main" id="{8B7021AC-6784-9349-A09F-8E952A967BE1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7" name="TextBox 30">
              <a:extLst>
                <a:ext uri="{FF2B5EF4-FFF2-40B4-BE49-F238E27FC236}">
                  <a16:creationId xmlns:a16="http://schemas.microsoft.com/office/drawing/2014/main" id="{5078F567-3FDF-0DC6-5A20-99DFD7B1755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98" name="Group 28">
            <a:extLst>
              <a:ext uri="{FF2B5EF4-FFF2-40B4-BE49-F238E27FC236}">
                <a16:creationId xmlns:a16="http://schemas.microsoft.com/office/drawing/2014/main" id="{31D11292-FA6D-91A0-0175-A7B6A359418B}"/>
              </a:ext>
            </a:extLst>
          </p:cNvPr>
          <p:cNvGrpSpPr/>
          <p:nvPr/>
        </p:nvGrpSpPr>
        <p:grpSpPr>
          <a:xfrm rot="18791400">
            <a:off x="1065637" y="3460783"/>
            <a:ext cx="104629" cy="116369"/>
            <a:chOff x="0" y="0"/>
            <a:chExt cx="27556" cy="27610"/>
          </a:xfrm>
        </p:grpSpPr>
        <p:sp>
          <p:nvSpPr>
            <p:cNvPr id="99" name="Freeform 29">
              <a:extLst>
                <a:ext uri="{FF2B5EF4-FFF2-40B4-BE49-F238E27FC236}">
                  <a16:creationId xmlns:a16="http://schemas.microsoft.com/office/drawing/2014/main" id="{40252F16-3EBE-9775-E52A-30EA4833FDF4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0" name="TextBox 30">
              <a:extLst>
                <a:ext uri="{FF2B5EF4-FFF2-40B4-BE49-F238E27FC236}">
                  <a16:creationId xmlns:a16="http://schemas.microsoft.com/office/drawing/2014/main" id="{22189270-1B3B-84C1-4D38-F77B9AE6F12D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01" name="Group 28">
            <a:extLst>
              <a:ext uri="{FF2B5EF4-FFF2-40B4-BE49-F238E27FC236}">
                <a16:creationId xmlns:a16="http://schemas.microsoft.com/office/drawing/2014/main" id="{3AA02B63-6865-0A7C-D7E0-256D55BBBF10}"/>
              </a:ext>
            </a:extLst>
          </p:cNvPr>
          <p:cNvGrpSpPr/>
          <p:nvPr/>
        </p:nvGrpSpPr>
        <p:grpSpPr>
          <a:xfrm rot="18791400">
            <a:off x="1101381" y="5519120"/>
            <a:ext cx="104629" cy="116369"/>
            <a:chOff x="0" y="0"/>
            <a:chExt cx="27556" cy="27610"/>
          </a:xfrm>
        </p:grpSpPr>
        <p:sp>
          <p:nvSpPr>
            <p:cNvPr id="102" name="Freeform 29">
              <a:extLst>
                <a:ext uri="{FF2B5EF4-FFF2-40B4-BE49-F238E27FC236}">
                  <a16:creationId xmlns:a16="http://schemas.microsoft.com/office/drawing/2014/main" id="{3504706D-94CA-A542-7ECF-574DF6085292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3" name="TextBox 30">
              <a:extLst>
                <a:ext uri="{FF2B5EF4-FFF2-40B4-BE49-F238E27FC236}">
                  <a16:creationId xmlns:a16="http://schemas.microsoft.com/office/drawing/2014/main" id="{74C813B9-D0E9-0D91-1C67-F1F61C4E1994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04" name="Group 28">
            <a:extLst>
              <a:ext uri="{FF2B5EF4-FFF2-40B4-BE49-F238E27FC236}">
                <a16:creationId xmlns:a16="http://schemas.microsoft.com/office/drawing/2014/main" id="{B7A7B828-DAD2-11FB-C5C5-AB116BE2B10D}"/>
              </a:ext>
            </a:extLst>
          </p:cNvPr>
          <p:cNvGrpSpPr/>
          <p:nvPr/>
        </p:nvGrpSpPr>
        <p:grpSpPr>
          <a:xfrm rot="18791400">
            <a:off x="1092579" y="5947288"/>
            <a:ext cx="104629" cy="116369"/>
            <a:chOff x="0" y="0"/>
            <a:chExt cx="27556" cy="27610"/>
          </a:xfrm>
        </p:grpSpPr>
        <p:sp>
          <p:nvSpPr>
            <p:cNvPr id="105" name="Freeform 29">
              <a:extLst>
                <a:ext uri="{FF2B5EF4-FFF2-40B4-BE49-F238E27FC236}">
                  <a16:creationId xmlns:a16="http://schemas.microsoft.com/office/drawing/2014/main" id="{6662D97C-492C-DE32-E83D-C141053F794D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6" name="TextBox 30">
              <a:extLst>
                <a:ext uri="{FF2B5EF4-FFF2-40B4-BE49-F238E27FC236}">
                  <a16:creationId xmlns:a16="http://schemas.microsoft.com/office/drawing/2014/main" id="{1B0F76A6-2519-E35F-F89E-3F6887E14E3F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07" name="Group 28">
            <a:extLst>
              <a:ext uri="{FF2B5EF4-FFF2-40B4-BE49-F238E27FC236}">
                <a16:creationId xmlns:a16="http://schemas.microsoft.com/office/drawing/2014/main" id="{A7F94873-C946-E914-DCE2-A82016DBCF7F}"/>
              </a:ext>
            </a:extLst>
          </p:cNvPr>
          <p:cNvGrpSpPr/>
          <p:nvPr/>
        </p:nvGrpSpPr>
        <p:grpSpPr>
          <a:xfrm rot="18791400">
            <a:off x="1092578" y="6324472"/>
            <a:ext cx="104629" cy="116369"/>
            <a:chOff x="0" y="0"/>
            <a:chExt cx="27556" cy="27610"/>
          </a:xfrm>
        </p:grpSpPr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660A0D82-9EB8-E528-F871-0E26750B76D8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9" name="TextBox 30">
              <a:extLst>
                <a:ext uri="{FF2B5EF4-FFF2-40B4-BE49-F238E27FC236}">
                  <a16:creationId xmlns:a16="http://schemas.microsoft.com/office/drawing/2014/main" id="{EDD8FE49-3827-FA69-F076-9EFCB8F500F5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10" name="Group 28">
            <a:extLst>
              <a:ext uri="{FF2B5EF4-FFF2-40B4-BE49-F238E27FC236}">
                <a16:creationId xmlns:a16="http://schemas.microsoft.com/office/drawing/2014/main" id="{BB82C231-DAE9-EDDB-2EA3-B26E4043914D}"/>
              </a:ext>
            </a:extLst>
          </p:cNvPr>
          <p:cNvGrpSpPr/>
          <p:nvPr/>
        </p:nvGrpSpPr>
        <p:grpSpPr>
          <a:xfrm rot="18791400">
            <a:off x="1092578" y="6742564"/>
            <a:ext cx="104629" cy="116369"/>
            <a:chOff x="0" y="0"/>
            <a:chExt cx="27556" cy="27610"/>
          </a:xfrm>
        </p:grpSpPr>
        <p:sp>
          <p:nvSpPr>
            <p:cNvPr id="111" name="Freeform 29">
              <a:extLst>
                <a:ext uri="{FF2B5EF4-FFF2-40B4-BE49-F238E27FC236}">
                  <a16:creationId xmlns:a16="http://schemas.microsoft.com/office/drawing/2014/main" id="{7B7114A2-16C8-0B8D-E792-E60C0E7E04B6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12" name="TextBox 30">
              <a:extLst>
                <a:ext uri="{FF2B5EF4-FFF2-40B4-BE49-F238E27FC236}">
                  <a16:creationId xmlns:a16="http://schemas.microsoft.com/office/drawing/2014/main" id="{B0EFD4B8-21D8-FA7F-F2FA-A52F32C41371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22" name="Text 2">
            <a:extLst>
              <a:ext uri="{FF2B5EF4-FFF2-40B4-BE49-F238E27FC236}">
                <a16:creationId xmlns:a16="http://schemas.microsoft.com/office/drawing/2014/main" id="{E33A88A4-2474-A434-682D-363FD37D547D}"/>
              </a:ext>
            </a:extLst>
          </p:cNvPr>
          <p:cNvSpPr/>
          <p:nvPr/>
        </p:nvSpPr>
        <p:spPr>
          <a:xfrm>
            <a:off x="1377037" y="3780336"/>
            <a:ext cx="709970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Uplink is more sensitive to nonlinearities than downlink</a:t>
            </a:r>
          </a:p>
        </p:txBody>
      </p:sp>
      <p:sp>
        <p:nvSpPr>
          <p:cNvPr id="123" name="Text 3">
            <a:extLst>
              <a:ext uri="{FF2B5EF4-FFF2-40B4-BE49-F238E27FC236}">
                <a16:creationId xmlns:a16="http://schemas.microsoft.com/office/drawing/2014/main" id="{6FE1651F-B4AD-0B72-114F-C6D3A567EAED}"/>
              </a:ext>
            </a:extLst>
          </p:cNvPr>
          <p:cNvSpPr/>
          <p:nvPr/>
        </p:nvSpPr>
        <p:spPr>
          <a:xfrm>
            <a:off x="1377037" y="4266110"/>
            <a:ext cx="895758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>
                <a:solidFill>
                  <a:srgbClr val="231F20"/>
                </a:solidFill>
                <a:latin typeface="Montserrat" pitchFamily="2" charset="0"/>
                <a:ea typeface="Noto Sans" pitchFamily="34" charset="-122"/>
                <a:cs typeface="Noto Sans" pitchFamily="34" charset="-120"/>
              </a:rPr>
              <a:t>Linear signal processing often insufficient for proper signal estimation</a:t>
            </a:r>
          </a:p>
        </p:txBody>
      </p:sp>
      <p:grpSp>
        <p:nvGrpSpPr>
          <p:cNvPr id="124" name="Group 28">
            <a:extLst>
              <a:ext uri="{FF2B5EF4-FFF2-40B4-BE49-F238E27FC236}">
                <a16:creationId xmlns:a16="http://schemas.microsoft.com/office/drawing/2014/main" id="{05B506A6-063E-330C-2B56-C255F4C6C1BA}"/>
              </a:ext>
            </a:extLst>
          </p:cNvPr>
          <p:cNvGrpSpPr/>
          <p:nvPr/>
        </p:nvGrpSpPr>
        <p:grpSpPr>
          <a:xfrm rot="18791400">
            <a:off x="1067306" y="3876040"/>
            <a:ext cx="104629" cy="116369"/>
            <a:chOff x="0" y="0"/>
            <a:chExt cx="27556" cy="27610"/>
          </a:xfrm>
        </p:grpSpPr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3BAB318-FD6F-7812-DA9E-613A081EDB7E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6" name="TextBox 30">
              <a:extLst>
                <a:ext uri="{FF2B5EF4-FFF2-40B4-BE49-F238E27FC236}">
                  <a16:creationId xmlns:a16="http://schemas.microsoft.com/office/drawing/2014/main" id="{1F58788F-F0EF-9801-CDAE-BF8EFEDD13CF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27" name="Group 28">
            <a:extLst>
              <a:ext uri="{FF2B5EF4-FFF2-40B4-BE49-F238E27FC236}">
                <a16:creationId xmlns:a16="http://schemas.microsoft.com/office/drawing/2014/main" id="{C41F5966-482F-BB8D-32C5-F26572E2D473}"/>
              </a:ext>
            </a:extLst>
          </p:cNvPr>
          <p:cNvGrpSpPr/>
          <p:nvPr/>
        </p:nvGrpSpPr>
        <p:grpSpPr>
          <a:xfrm rot="18791400">
            <a:off x="1056420" y="4361815"/>
            <a:ext cx="104629" cy="116369"/>
            <a:chOff x="0" y="0"/>
            <a:chExt cx="27556" cy="27610"/>
          </a:xfrm>
        </p:grpSpPr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E8D4B1D6-3652-4827-4685-586FF7884E05}"/>
                </a:ext>
              </a:extLst>
            </p:cNvPr>
            <p:cNvSpPr/>
            <p:nvPr/>
          </p:nvSpPr>
          <p:spPr>
            <a:xfrm>
              <a:off x="0" y="0"/>
              <a:ext cx="27556" cy="27610"/>
            </a:xfrm>
            <a:custGeom>
              <a:avLst/>
              <a:gdLst/>
              <a:ahLst/>
              <a:cxnLst/>
              <a:rect l="l" t="t" r="r" b="b"/>
              <a:pathLst>
                <a:path w="27556" h="27610">
                  <a:moveTo>
                    <a:pt x="0" y="0"/>
                  </a:moveTo>
                  <a:lnTo>
                    <a:pt x="27556" y="0"/>
                  </a:lnTo>
                  <a:lnTo>
                    <a:pt x="27556" y="27610"/>
                  </a:lnTo>
                  <a:lnTo>
                    <a:pt x="0" y="27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9" name="TextBox 30">
              <a:extLst>
                <a:ext uri="{FF2B5EF4-FFF2-40B4-BE49-F238E27FC236}">
                  <a16:creationId xmlns:a16="http://schemas.microsoft.com/office/drawing/2014/main" id="{A2B83C79-49BC-3EA9-456F-D93EB6E2A505}"/>
                </a:ext>
              </a:extLst>
            </p:cNvPr>
            <p:cNvSpPr txBox="1"/>
            <p:nvPr/>
          </p:nvSpPr>
          <p:spPr>
            <a:xfrm>
              <a:off x="0" y="-38100"/>
              <a:ext cx="27556" cy="65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2" name="Picture 2" descr="SBrT :: Sociedade Brasileira de Telecomunicações">
            <a:extLst>
              <a:ext uri="{FF2B5EF4-FFF2-40B4-BE49-F238E27FC236}">
                <a16:creationId xmlns:a16="http://schemas.microsoft.com/office/drawing/2014/main" id="{11A9D74A-C322-98CE-F9D1-98A1357BD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280" y="73456"/>
            <a:ext cx="371532" cy="51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AD315A-C6B4-1107-0D20-5891CC1DF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063" y="98865"/>
            <a:ext cx="1207097" cy="511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7C39E1-4BA7-D2B7-9BA0-3FD237E04C29}"/>
              </a:ext>
            </a:extLst>
          </p:cNvPr>
          <p:cNvSpPr txBox="1"/>
          <p:nvPr/>
        </p:nvSpPr>
        <p:spPr>
          <a:xfrm>
            <a:off x="17714893" y="9713338"/>
            <a:ext cx="439267" cy="382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spc="235">
                <a:solidFill>
                  <a:srgbClr val="231F20"/>
                </a:solidFill>
                <a:latin typeface="Lato"/>
                <a:ea typeface="Lato"/>
                <a:cs typeface="Lato"/>
                <a:sym typeface="Lat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248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B52D57-8DD1-B146-47F0-095E577F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0CB5FC-33CA-1135-08FC-1A19642CAE08}"/>
              </a:ext>
            </a:extLst>
          </p:cNvPr>
          <p:cNvSpPr/>
          <p:nvPr/>
        </p:nvSpPr>
        <p:spPr>
          <a:xfrm>
            <a:off x="428626" y="502766"/>
            <a:ext cx="8026236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Amplifier Nonlinearities</a:t>
            </a:r>
            <a:endParaRPr lang="en-US" sz="40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DF31C5-FFB1-9B2D-3DAF-7625693833F2}"/>
              </a:ext>
            </a:extLst>
          </p:cNvPr>
          <p:cNvSpPr/>
          <p:nvPr/>
        </p:nvSpPr>
        <p:spPr>
          <a:xfrm>
            <a:off x="428626" y="1213282"/>
            <a:ext cx="5426165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Understanding PA Nonlinearity</a:t>
            </a:r>
            <a:endParaRPr lang="en-US" sz="27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B4B729-8462-E20C-1437-48F592ED170F}"/>
              </a:ext>
            </a:extLst>
          </p:cNvPr>
          <p:cNvSpPr/>
          <p:nvPr/>
        </p:nvSpPr>
        <p:spPr>
          <a:xfrm>
            <a:off x="771525" y="1874421"/>
            <a:ext cx="7578998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amplifiers operate linearly only within a limited range</a:t>
            </a:r>
            <a:endParaRPr lang="en-US" sz="209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F63F36-E511-4AC6-C192-5CEDC4C21F08}"/>
              </a:ext>
            </a:extLst>
          </p:cNvPr>
          <p:cNvSpPr/>
          <p:nvPr/>
        </p:nvSpPr>
        <p:spPr>
          <a:xfrm>
            <a:off x="771526" y="2417345"/>
            <a:ext cx="5358839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Beyond this range, signal distortion occurs</a:t>
            </a:r>
            <a:endParaRPr lang="en-US" sz="2092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8D10FF8-05A3-48B6-60DD-24AA3B60340B}"/>
              </a:ext>
            </a:extLst>
          </p:cNvPr>
          <p:cNvSpPr/>
          <p:nvPr/>
        </p:nvSpPr>
        <p:spPr>
          <a:xfrm>
            <a:off x="771526" y="3013610"/>
            <a:ext cx="8158162" cy="6438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Peak-to-Average Power Ratio (PAPR) signals are particularly vulnerable</a:t>
            </a:r>
            <a:endParaRPr lang="en-US" sz="2092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D2755E-FEEB-FA75-CBD5-2E6B20F96457}"/>
              </a:ext>
            </a:extLst>
          </p:cNvPr>
          <p:cNvSpPr/>
          <p:nvPr/>
        </p:nvSpPr>
        <p:spPr>
          <a:xfrm>
            <a:off x="428627" y="3809898"/>
            <a:ext cx="327814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Distortion</a:t>
            </a:r>
            <a:endParaRPr lang="en-US" sz="2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90B7A33-E3DB-AF51-25E3-16B18A866754}"/>
              </a:ext>
            </a:extLst>
          </p:cNvPr>
          <p:cNvSpPr/>
          <p:nvPr/>
        </p:nvSpPr>
        <p:spPr>
          <a:xfrm>
            <a:off x="771526" y="4469249"/>
            <a:ext cx="2460610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AM-AM distortion:</a:t>
            </a:r>
            <a:endParaRPr lang="en-US" sz="2092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FEA5734-0DE7-6E41-D7AF-2CEBCA28F333}"/>
              </a:ext>
            </a:extLst>
          </p:cNvPr>
          <p:cNvSpPr/>
          <p:nvPr/>
        </p:nvSpPr>
        <p:spPr>
          <a:xfrm>
            <a:off x="3369004" y="4469249"/>
            <a:ext cx="4669548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Amplitude-to-amplitude nonlinearity</a:t>
            </a:r>
            <a:endParaRPr lang="en-US" sz="2092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A4760CA-43CF-ADC5-2B68-6EB1F19407C2}"/>
              </a:ext>
            </a:extLst>
          </p:cNvPr>
          <p:cNvSpPr/>
          <p:nvPr/>
        </p:nvSpPr>
        <p:spPr>
          <a:xfrm>
            <a:off x="771526" y="5012173"/>
            <a:ext cx="2444580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AM-PM distortion:</a:t>
            </a:r>
            <a:endParaRPr lang="en-US" sz="2092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84FDC1-43AB-5BB2-F8A1-2D748568945E}"/>
              </a:ext>
            </a:extLst>
          </p:cNvPr>
          <p:cNvSpPr/>
          <p:nvPr/>
        </p:nvSpPr>
        <p:spPr>
          <a:xfrm>
            <a:off x="3351312" y="5012173"/>
            <a:ext cx="4413068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Amplitude-dependent phase shifts</a:t>
            </a:r>
            <a:endParaRPr lang="en-US" sz="2092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146B433-ECA4-18B8-6BC7-9FB7FE865192}"/>
              </a:ext>
            </a:extLst>
          </p:cNvPr>
          <p:cNvSpPr/>
          <p:nvPr/>
        </p:nvSpPr>
        <p:spPr>
          <a:xfrm>
            <a:off x="428626" y="5724422"/>
            <a:ext cx="443390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 on MIMO Systems</a:t>
            </a:r>
            <a:endParaRPr lang="en-US" sz="27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F49665-14CE-D68B-088B-5187800B9D4D}"/>
              </a:ext>
            </a:extLst>
          </p:cNvPr>
          <p:cNvSpPr/>
          <p:nvPr/>
        </p:nvSpPr>
        <p:spPr>
          <a:xfrm>
            <a:off x="771527" y="6385561"/>
            <a:ext cx="5751575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Compromises channel reciprocity assumption</a:t>
            </a:r>
            <a:endParaRPr lang="en-US" sz="2092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681C5DD-C109-6983-E695-C60DC7C089C0}"/>
              </a:ext>
            </a:extLst>
          </p:cNvPr>
          <p:cNvSpPr/>
          <p:nvPr/>
        </p:nvSpPr>
        <p:spPr>
          <a:xfrm>
            <a:off x="771526" y="6928485"/>
            <a:ext cx="3536224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Degrades spectral efficiency</a:t>
            </a:r>
            <a:endParaRPr lang="en-US" sz="2092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1290E5F-3DF5-6912-1B95-8AD099E29A99}"/>
              </a:ext>
            </a:extLst>
          </p:cNvPr>
          <p:cNvSpPr/>
          <p:nvPr/>
        </p:nvSpPr>
        <p:spPr>
          <a:xfrm>
            <a:off x="771527" y="7471411"/>
            <a:ext cx="3642023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Increases bit error rate (BER)</a:t>
            </a:r>
            <a:endParaRPr lang="en-US" sz="2092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9B9E86D-94ED-4F0C-7871-DBDB4DAAE060}"/>
              </a:ext>
            </a:extLst>
          </p:cNvPr>
          <p:cNvSpPr/>
          <p:nvPr/>
        </p:nvSpPr>
        <p:spPr>
          <a:xfrm>
            <a:off x="771527" y="8014335"/>
            <a:ext cx="6101029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Particularly problematic in OFDM-based systems</a:t>
            </a:r>
            <a:endParaRPr lang="en-US" sz="2092"/>
          </a:p>
        </p:txBody>
      </p:sp>
    </p:spTree>
    <p:extLst>
      <p:ext uri="{BB962C8B-B14F-4D97-AF65-F5344CB8AC3E}">
        <p14:creationId xmlns:p14="http://schemas.microsoft.com/office/powerpoint/2010/main" val="1873143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D72FAA-B37E-7133-2697-C64A8B59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521D637-8B80-06B2-02E9-E5BC58CCB712}"/>
              </a:ext>
            </a:extLst>
          </p:cNvPr>
          <p:cNvSpPr/>
          <p:nvPr/>
        </p:nvSpPr>
        <p:spPr>
          <a:xfrm>
            <a:off x="509914" y="345599"/>
            <a:ext cx="7090082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Solid-State Amplifier Model</a:t>
            </a:r>
            <a:endParaRPr lang="en-US" sz="40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007D17-2098-FDB9-F83D-ABAFCFA95CBE}"/>
              </a:ext>
            </a:extLst>
          </p:cNvPr>
          <p:cNvSpPr/>
          <p:nvPr/>
        </p:nvSpPr>
        <p:spPr>
          <a:xfrm>
            <a:off x="509914" y="1049806"/>
            <a:ext cx="5679440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Nonlinearity Model Assumptions</a:t>
            </a:r>
            <a:endParaRPr lang="en-US" sz="27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B35227-17ED-7C2D-E6DF-533A8B33D585}"/>
              </a:ext>
            </a:extLst>
          </p:cNvPr>
          <p:cNvSpPr/>
          <p:nvPr/>
        </p:nvSpPr>
        <p:spPr>
          <a:xfrm>
            <a:off x="852815" y="1710945"/>
            <a:ext cx="7455567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Memoryless nonlinearities (valid for moderate bandwidths)</a:t>
            </a:r>
            <a:endParaRPr lang="en-US" sz="2092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71AB21-804C-102A-526D-8E220A205B7E}"/>
              </a:ext>
            </a:extLst>
          </p:cNvPr>
          <p:cNvSpPr/>
          <p:nvPr/>
        </p:nvSpPr>
        <p:spPr>
          <a:xfrm>
            <a:off x="852815" y="2253869"/>
            <a:ext cx="7510069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 on in-band distortion, disregarding spectral regrowth</a:t>
            </a:r>
            <a:endParaRPr lang="en-US" sz="2092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44D22B-732A-3F08-AB85-DA3E8001A217}"/>
              </a:ext>
            </a:extLst>
          </p:cNvPr>
          <p:cNvSpPr/>
          <p:nvPr/>
        </p:nvSpPr>
        <p:spPr>
          <a:xfrm>
            <a:off x="852814" y="2796795"/>
            <a:ext cx="6488956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 AM-AM distortion considered (no phase shifts)</a:t>
            </a:r>
            <a:endParaRPr lang="en-US" sz="2092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AE317B-FED8-2006-1C34-C683D040CBF5}"/>
              </a:ext>
            </a:extLst>
          </p:cNvPr>
          <p:cNvSpPr/>
          <p:nvPr/>
        </p:nvSpPr>
        <p:spPr>
          <a:xfrm>
            <a:off x="509914" y="3507256"/>
            <a:ext cx="473366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Solid-State Amplifier Model</a:t>
            </a:r>
            <a:endParaRPr lang="en-US" sz="27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21EDF50-1DE0-17C3-BAD0-D1F68567543E}"/>
              </a:ext>
            </a:extLst>
          </p:cNvPr>
          <p:cNvSpPr/>
          <p:nvPr/>
        </p:nvSpPr>
        <p:spPr>
          <a:xfrm>
            <a:off x="509915" y="4115056"/>
            <a:ext cx="8501062" cy="5286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774B67A-EDBA-5E4C-B3E6-83A47B260C07}"/>
              </a:ext>
            </a:extLst>
          </p:cNvPr>
          <p:cNvSpPr/>
          <p:nvPr/>
        </p:nvSpPr>
        <p:spPr>
          <a:xfrm>
            <a:off x="581350" y="4234399"/>
            <a:ext cx="83356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</a:t>
            </a:r>
            <a:endParaRPr lang="en-US" sz="1884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10D879-42C8-7F78-120C-61EEF9E88C0D}"/>
              </a:ext>
            </a:extLst>
          </p:cNvPr>
          <p:cNvSpPr/>
          <p:nvPr/>
        </p:nvSpPr>
        <p:spPr>
          <a:xfrm>
            <a:off x="669866" y="4340373"/>
            <a:ext cx="11541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412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9DB5ECA-E9B5-B7F9-08D6-A1776E1B2D0E}"/>
              </a:ext>
            </a:extLst>
          </p:cNvPr>
          <p:cNvSpPr/>
          <p:nvPr/>
        </p:nvSpPr>
        <p:spPr>
          <a:xfrm>
            <a:off x="793152" y="4234399"/>
            <a:ext cx="4387420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(|x|) = |x| / (1 + (|x|/A)^(2p))^(1/(2p))</a:t>
            </a:r>
            <a:endParaRPr lang="en-US" sz="1884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0CE5002-8270-9698-CC05-D2919B3DC39D}"/>
              </a:ext>
            </a:extLst>
          </p:cNvPr>
          <p:cNvSpPr/>
          <p:nvPr/>
        </p:nvSpPr>
        <p:spPr>
          <a:xfrm>
            <a:off x="852815" y="4838119"/>
            <a:ext cx="694101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 &gt; 0:</a:t>
            </a:r>
            <a:endParaRPr lang="en-US" sz="2092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B0C36A1-9996-CF92-C791-D9DF83329C12}"/>
              </a:ext>
            </a:extLst>
          </p:cNvPr>
          <p:cNvSpPr/>
          <p:nvPr/>
        </p:nvSpPr>
        <p:spPr>
          <a:xfrm>
            <a:off x="1590629" y="4838119"/>
            <a:ext cx="4760919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Smoothness parameter (typically 1-3)</a:t>
            </a:r>
            <a:endParaRPr lang="en-US" sz="2092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61D3A0C-CD52-64C0-2890-8078449150BF}"/>
              </a:ext>
            </a:extLst>
          </p:cNvPr>
          <p:cNvSpPr/>
          <p:nvPr/>
        </p:nvSpPr>
        <p:spPr>
          <a:xfrm>
            <a:off x="852815" y="5381045"/>
            <a:ext cx="662041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∈ R</a:t>
            </a:r>
            <a:endParaRPr lang="en-US" sz="2092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93723DB-0A76-CDF3-4C13-4775F95E07E6}"/>
              </a:ext>
            </a:extLst>
          </p:cNvPr>
          <p:cNvSpPr/>
          <p:nvPr/>
        </p:nvSpPr>
        <p:spPr>
          <a:xfrm>
            <a:off x="1672948" y="5501584"/>
            <a:ext cx="115416" cy="2416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570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157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695E037-625C-CB59-1634-F7D19D296342}"/>
              </a:ext>
            </a:extLst>
          </p:cNvPr>
          <p:cNvSpPr/>
          <p:nvPr/>
        </p:nvSpPr>
        <p:spPr>
          <a:xfrm>
            <a:off x="1795564" y="5381045"/>
            <a:ext cx="86562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 b="1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</a:t>
            </a:r>
            <a:endParaRPr lang="en-US" sz="2092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ED49C25-BE11-2EB0-87BB-A21317DAFBCE}"/>
              </a:ext>
            </a:extLst>
          </p:cNvPr>
          <p:cNvSpPr/>
          <p:nvPr/>
        </p:nvSpPr>
        <p:spPr>
          <a:xfrm>
            <a:off x="1877048" y="5381045"/>
            <a:ext cx="2026196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Saturation level</a:t>
            </a:r>
            <a:endParaRPr lang="en-US" sz="2092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4B53696-A645-9943-28C6-A6D2142BF19F}"/>
              </a:ext>
            </a:extLst>
          </p:cNvPr>
          <p:cNvSpPr/>
          <p:nvPr/>
        </p:nvSpPr>
        <p:spPr>
          <a:xfrm>
            <a:off x="852814" y="5925757"/>
            <a:ext cx="6376746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p values → closer to ideal clipping amplifier</a:t>
            </a:r>
            <a:endParaRPr lang="en-US" sz="2092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B54C2-EC60-1F15-ADE8-C2B231DAFDEB}"/>
              </a:ext>
            </a:extLst>
          </p:cNvPr>
          <p:cNvSpPr/>
          <p:nvPr/>
        </p:nvSpPr>
        <p:spPr>
          <a:xfrm>
            <a:off x="852814" y="6468681"/>
            <a:ext cx="5695470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Lower p values → smoother transfer function</a:t>
            </a:r>
            <a:endParaRPr lang="en-US" sz="2092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C6EB28C-EFC4-A450-F44A-9FBAB7D2DD34}"/>
              </a:ext>
            </a:extLst>
          </p:cNvPr>
          <p:cNvSpPr/>
          <p:nvPr/>
        </p:nvSpPr>
        <p:spPr>
          <a:xfrm>
            <a:off x="852815" y="7011607"/>
            <a:ext cx="5019003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 A → ∞, PA approaches ideal amplifier</a:t>
            </a:r>
            <a:endParaRPr lang="en-US" sz="2092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E0E1AD3-A70D-77B7-FA21-DBE7C8AC9AF2}"/>
              </a:ext>
            </a:extLst>
          </p:cNvPr>
          <p:cNvSpPr/>
          <p:nvPr/>
        </p:nvSpPr>
        <p:spPr>
          <a:xfrm>
            <a:off x="509914" y="7722068"/>
            <a:ext cx="4600618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Input-Output Relationship</a:t>
            </a:r>
            <a:endParaRPr lang="en-US" sz="27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0A3DB5D-C967-5F24-B709-26F625DE6FEA}"/>
              </a:ext>
            </a:extLst>
          </p:cNvPr>
          <p:cNvSpPr/>
          <p:nvPr/>
        </p:nvSpPr>
        <p:spPr>
          <a:xfrm>
            <a:off x="509915" y="8329868"/>
            <a:ext cx="8501062" cy="5286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4DAAB56-BBE6-A840-C9B3-B481CC3AF3F0}"/>
              </a:ext>
            </a:extLst>
          </p:cNvPr>
          <p:cNvSpPr/>
          <p:nvPr/>
        </p:nvSpPr>
        <p:spPr>
          <a:xfrm>
            <a:off x="581350" y="8449211"/>
            <a:ext cx="1094852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 = f(x) = f</a:t>
            </a:r>
            <a:endParaRPr lang="en-US" sz="1884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9CD32BE-62E5-3B83-87B7-C51826594695}"/>
              </a:ext>
            </a:extLst>
          </p:cNvPr>
          <p:cNvSpPr/>
          <p:nvPr/>
        </p:nvSpPr>
        <p:spPr>
          <a:xfrm>
            <a:off x="1731216" y="8555185"/>
            <a:ext cx="11541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1412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0E76E2D-FF9A-3DC8-DF08-CCCE3B474618}"/>
              </a:ext>
            </a:extLst>
          </p:cNvPr>
          <p:cNvSpPr/>
          <p:nvPr/>
        </p:nvSpPr>
        <p:spPr>
          <a:xfrm>
            <a:off x="1854500" y="8449211"/>
            <a:ext cx="1234312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(|x|)e^(jφ)</a:t>
            </a:r>
            <a:endParaRPr lang="en-US" sz="1884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ED8A0C7-A7CF-0631-EBF1-EC6543F3B0CD}"/>
              </a:ext>
            </a:extLst>
          </p:cNvPr>
          <p:cNvSpPr/>
          <p:nvPr/>
        </p:nvSpPr>
        <p:spPr>
          <a:xfrm>
            <a:off x="852814" y="9054719"/>
            <a:ext cx="4132542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|x|: modulus of baseband signal</a:t>
            </a:r>
            <a:endParaRPr lang="en-US" sz="2092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5665242-EC23-332F-35E3-D08CF9B89ABB}"/>
              </a:ext>
            </a:extLst>
          </p:cNvPr>
          <p:cNvSpPr/>
          <p:nvPr/>
        </p:nvSpPr>
        <p:spPr>
          <a:xfrm>
            <a:off x="852814" y="9540495"/>
            <a:ext cx="3550652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φ: phase of baseband signal</a:t>
            </a:r>
            <a:endParaRPr lang="en-US" sz="2092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4F4C6D13-28AF-3F1F-6C65-DA6F6E47306A}"/>
              </a:ext>
            </a:extLst>
          </p:cNvPr>
          <p:cNvSpPr/>
          <p:nvPr/>
        </p:nvSpPr>
        <p:spPr>
          <a:xfrm>
            <a:off x="9561332" y="345599"/>
            <a:ext cx="3619581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Model</a:t>
            </a:r>
            <a:endParaRPr lang="en-US" sz="405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F05EBE1-44D0-E4FB-EFDE-E4DFD61FC3A5}"/>
              </a:ext>
            </a:extLst>
          </p:cNvPr>
          <p:cNvSpPr/>
          <p:nvPr/>
        </p:nvSpPr>
        <p:spPr>
          <a:xfrm>
            <a:off x="9561332" y="999224"/>
            <a:ext cx="3760645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Configuration</a:t>
            </a:r>
            <a:endParaRPr lang="en-US" sz="270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C23091B1-7B64-95A9-1F4C-8F290448DD9E}"/>
              </a:ext>
            </a:extLst>
          </p:cNvPr>
          <p:cNvSpPr/>
          <p:nvPr/>
        </p:nvSpPr>
        <p:spPr>
          <a:xfrm>
            <a:off x="9904231" y="1660363"/>
            <a:ext cx="5543184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Single-cell massive MIMO system using TDD</a:t>
            </a:r>
            <a:endParaRPr lang="en-US" sz="2092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D95DCAA2-B47B-7B3D-EF99-127426560A92}"/>
              </a:ext>
            </a:extLst>
          </p:cNvPr>
          <p:cNvSpPr/>
          <p:nvPr/>
        </p:nvSpPr>
        <p:spPr>
          <a:xfrm>
            <a:off x="9904232" y="2203287"/>
            <a:ext cx="4284827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station (BS) with M antennas</a:t>
            </a:r>
            <a:endParaRPr lang="en-US" sz="2092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016151C2-E6A5-2515-5FA5-EEF1E03A7552}"/>
              </a:ext>
            </a:extLst>
          </p:cNvPr>
          <p:cNvSpPr/>
          <p:nvPr/>
        </p:nvSpPr>
        <p:spPr>
          <a:xfrm>
            <a:off x="9904232" y="2746213"/>
            <a:ext cx="4918013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 single-antenna user equipment (UEs)</a:t>
            </a:r>
            <a:endParaRPr lang="en-US" sz="2092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21AE5D1-8805-4CF2-356F-F971402FC7B7}"/>
              </a:ext>
            </a:extLst>
          </p:cNvPr>
          <p:cNvSpPr/>
          <p:nvPr/>
        </p:nvSpPr>
        <p:spPr>
          <a:xfrm>
            <a:off x="9904231" y="3289137"/>
            <a:ext cx="5942332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 nonlinearity at BS (downlink) or UEs (uplink)</a:t>
            </a:r>
            <a:endParaRPr lang="en-US" sz="2092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5FC1755-6BDF-36A4-B75A-11D3B4B9B2A3}"/>
              </a:ext>
            </a:extLst>
          </p:cNvPr>
          <p:cNvSpPr/>
          <p:nvPr/>
        </p:nvSpPr>
        <p:spPr>
          <a:xfrm>
            <a:off x="9561332" y="3999600"/>
            <a:ext cx="2811667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Downlink Model</a:t>
            </a:r>
            <a:endParaRPr lang="en-US" sz="270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3548F90F-611C-91F6-0945-972BA764D595}"/>
              </a:ext>
            </a:extLst>
          </p:cNvPr>
          <p:cNvSpPr/>
          <p:nvPr/>
        </p:nvSpPr>
        <p:spPr>
          <a:xfrm>
            <a:off x="9561332" y="4607398"/>
            <a:ext cx="8501062" cy="5286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4EA72651-F151-4D2E-2B8E-D17B09B84A9B}"/>
              </a:ext>
            </a:extLst>
          </p:cNvPr>
          <p:cNvSpPr/>
          <p:nvPr/>
        </p:nvSpPr>
        <p:spPr>
          <a:xfrm>
            <a:off x="9632767" y="4726741"/>
            <a:ext cx="8399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 = √ρH</a:t>
            </a:r>
            <a:endParaRPr lang="en-US" sz="1884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0CC7ED5-58C5-A0F0-A1D5-07F12E822E20}"/>
              </a:ext>
            </a:extLst>
          </p:cNvPr>
          <p:cNvSpPr/>
          <p:nvPr/>
        </p:nvSpPr>
        <p:spPr>
          <a:xfrm>
            <a:off x="10648129" y="4688055"/>
            <a:ext cx="100990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</a:t>
            </a:r>
            <a:endParaRPr lang="en-US" sz="1412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852E2A6-53CC-9342-63B2-456E2FE2E9F9}"/>
              </a:ext>
            </a:extLst>
          </p:cNvPr>
          <p:cNvSpPr/>
          <p:nvPr/>
        </p:nvSpPr>
        <p:spPr>
          <a:xfrm>
            <a:off x="10755397" y="4726741"/>
            <a:ext cx="1235916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f(WDiag(η)</a:t>
            </a:r>
            <a:endParaRPr lang="en-US" sz="1884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0182C6F1-E4BC-C8CE-81E8-AD3FBCF9E9A9}"/>
              </a:ext>
            </a:extLst>
          </p:cNvPr>
          <p:cNvSpPr/>
          <p:nvPr/>
        </p:nvSpPr>
        <p:spPr>
          <a:xfrm>
            <a:off x="12029998" y="4688055"/>
            <a:ext cx="275717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1/2</a:t>
            </a:r>
            <a:endParaRPr lang="en-US" sz="1412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1795A9D0-8F43-BD32-8507-D5109BCA6D54}"/>
              </a:ext>
            </a:extLst>
          </p:cNvPr>
          <p:cNvSpPr/>
          <p:nvPr/>
        </p:nvSpPr>
        <p:spPr>
          <a:xfrm>
            <a:off x="12322446" y="4726741"/>
            <a:ext cx="581891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s) + v</a:t>
            </a:r>
            <a:endParaRPr lang="en-US" sz="1884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5148D4C9-5A13-80F4-19BF-32098BBBD289}"/>
              </a:ext>
            </a:extLst>
          </p:cNvPr>
          <p:cNvSpPr/>
          <p:nvPr/>
        </p:nvSpPr>
        <p:spPr>
          <a:xfrm>
            <a:off x="9904231" y="5332249"/>
            <a:ext cx="3422412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s: transmitted signal vector</a:t>
            </a:r>
            <a:endParaRPr lang="en-US" sz="2092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8B476A4F-80F7-B17A-CE2F-F670D1CF9834}"/>
              </a:ext>
            </a:extLst>
          </p:cNvPr>
          <p:cNvSpPr/>
          <p:nvPr/>
        </p:nvSpPr>
        <p:spPr>
          <a:xfrm>
            <a:off x="9904231" y="5818025"/>
            <a:ext cx="2566408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W: precoding matrix</a:t>
            </a:r>
            <a:endParaRPr lang="en-US" sz="2092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D99DF065-B212-1A13-E4C6-237C94BAD12B}"/>
              </a:ext>
            </a:extLst>
          </p:cNvPr>
          <p:cNvSpPr/>
          <p:nvPr/>
        </p:nvSpPr>
        <p:spPr>
          <a:xfrm>
            <a:off x="9904232" y="6303799"/>
            <a:ext cx="3255699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η: power allocation vector</a:t>
            </a:r>
            <a:endParaRPr lang="en-US" sz="2092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F360A4F4-B1BA-9C5E-33A5-AD4D291F6DF0}"/>
              </a:ext>
            </a:extLst>
          </p:cNvPr>
          <p:cNvSpPr/>
          <p:nvPr/>
        </p:nvSpPr>
        <p:spPr>
          <a:xfrm>
            <a:off x="9904232" y="6789575"/>
            <a:ext cx="2976777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f(·): nonlinear PA model</a:t>
            </a:r>
            <a:endParaRPr lang="en-US" sz="2092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FD451F03-00E8-867B-6662-4FC0C1FF3506}"/>
              </a:ext>
            </a:extLst>
          </p:cNvPr>
          <p:cNvSpPr/>
          <p:nvPr/>
        </p:nvSpPr>
        <p:spPr>
          <a:xfrm>
            <a:off x="9561331" y="7500036"/>
            <a:ext cx="2297104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>
                <a:solidFill>
                  <a:srgbClr val="0066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Uplink Model</a:t>
            </a:r>
            <a:endParaRPr lang="en-US" sz="270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C16AEB36-858D-269B-231E-89552036B5A5}"/>
              </a:ext>
            </a:extLst>
          </p:cNvPr>
          <p:cNvSpPr/>
          <p:nvPr/>
        </p:nvSpPr>
        <p:spPr>
          <a:xfrm>
            <a:off x="9561332" y="8107836"/>
            <a:ext cx="8501062" cy="52863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41585A59-3870-4615-D554-0D6198290959}"/>
              </a:ext>
            </a:extLst>
          </p:cNvPr>
          <p:cNvSpPr/>
          <p:nvPr/>
        </p:nvSpPr>
        <p:spPr>
          <a:xfrm>
            <a:off x="9632768" y="8227179"/>
            <a:ext cx="185146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ỹ = √ρ̃Hf(Diag(η̃)</a:t>
            </a:r>
            <a:endParaRPr lang="en-US" sz="1884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67EC21FD-4C6C-AB73-2E03-5371F6C78B62}"/>
              </a:ext>
            </a:extLst>
          </p:cNvPr>
          <p:cNvSpPr/>
          <p:nvPr/>
        </p:nvSpPr>
        <p:spPr>
          <a:xfrm>
            <a:off x="11683528" y="8188493"/>
            <a:ext cx="275717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1/2</a:t>
            </a:r>
            <a:endParaRPr lang="en-US" sz="1412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06046ACE-ECB1-D81E-134C-7C414EC41951}"/>
              </a:ext>
            </a:extLst>
          </p:cNvPr>
          <p:cNvSpPr/>
          <p:nvPr/>
        </p:nvSpPr>
        <p:spPr>
          <a:xfrm>
            <a:off x="11975974" y="8227179"/>
            <a:ext cx="581891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s̃) + ṽ</a:t>
            </a:r>
            <a:endParaRPr lang="en-US" sz="1884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31E1183B-580F-309A-4A70-D2292F712D73}"/>
              </a:ext>
            </a:extLst>
          </p:cNvPr>
          <p:cNvSpPr/>
          <p:nvPr/>
        </p:nvSpPr>
        <p:spPr>
          <a:xfrm>
            <a:off x="9904232" y="8832687"/>
            <a:ext cx="3609963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s̃: transmitted signals by UEs</a:t>
            </a:r>
            <a:endParaRPr lang="en-US" sz="2092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EFC29586-C09C-CDA8-B293-3DDDA7AF7D0C}"/>
              </a:ext>
            </a:extLst>
          </p:cNvPr>
          <p:cNvSpPr/>
          <p:nvPr/>
        </p:nvSpPr>
        <p:spPr>
          <a:xfrm>
            <a:off x="9904232" y="9318463"/>
            <a:ext cx="4100481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η̃: uplink power allocation vector</a:t>
            </a:r>
            <a:endParaRPr lang="en-US" sz="2092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A65CD2A9-46BD-4184-0C01-877C7C36ADC9}"/>
              </a:ext>
            </a:extLst>
          </p:cNvPr>
          <p:cNvSpPr/>
          <p:nvPr/>
        </p:nvSpPr>
        <p:spPr>
          <a:xfrm>
            <a:off x="9904232" y="9804237"/>
            <a:ext cx="3072957" cy="321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92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H: uplink channel matrix</a:t>
            </a:r>
            <a:endParaRPr lang="en-US" sz="2092"/>
          </a:p>
        </p:txBody>
      </p:sp>
    </p:spTree>
    <p:extLst>
      <p:ext uri="{BB962C8B-B14F-4D97-AF65-F5344CB8AC3E}">
        <p14:creationId xmlns:p14="http://schemas.microsoft.com/office/powerpoint/2010/main" val="21108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19</Slides>
  <Notes>6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v2</dc:title>
  <cp:revision>1</cp:revision>
  <dcterms:created xsi:type="dcterms:W3CDTF">2006-08-16T00:00:00Z</dcterms:created>
  <dcterms:modified xsi:type="dcterms:W3CDTF">2025-09-29T00:58:47Z</dcterms:modified>
  <dc:identifier>DAGfQ4mXWsM</dc:identifier>
</cp:coreProperties>
</file>